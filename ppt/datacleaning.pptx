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85"/>
  </p:notesMasterIdLst>
  <p:handoutMasterIdLst>
    <p:handoutMasterId r:id="rId86"/>
  </p:handoutMasterIdLst>
  <p:sldIdLst>
    <p:sldId id="256" r:id="rId2"/>
    <p:sldId id="684" r:id="rId3"/>
    <p:sldId id="685" r:id="rId4"/>
    <p:sldId id="712" r:id="rId5"/>
    <p:sldId id="807" r:id="rId6"/>
    <p:sldId id="835" r:id="rId7"/>
    <p:sldId id="833" r:id="rId8"/>
    <p:sldId id="834" r:id="rId9"/>
    <p:sldId id="843" r:id="rId10"/>
    <p:sldId id="855" r:id="rId11"/>
    <p:sldId id="832" r:id="rId12"/>
    <p:sldId id="854" r:id="rId13"/>
    <p:sldId id="836" r:id="rId14"/>
    <p:sldId id="840" r:id="rId15"/>
    <p:sldId id="839" r:id="rId16"/>
    <p:sldId id="838" r:id="rId17"/>
    <p:sldId id="845" r:id="rId18"/>
    <p:sldId id="846" r:id="rId19"/>
    <p:sldId id="847" r:id="rId20"/>
    <p:sldId id="841" r:id="rId21"/>
    <p:sldId id="842" r:id="rId22"/>
    <p:sldId id="844" r:id="rId23"/>
    <p:sldId id="848" r:id="rId24"/>
    <p:sldId id="849" r:id="rId25"/>
    <p:sldId id="856" r:id="rId26"/>
    <p:sldId id="857" r:id="rId27"/>
    <p:sldId id="858" r:id="rId28"/>
    <p:sldId id="850" r:id="rId29"/>
    <p:sldId id="868" r:id="rId30"/>
    <p:sldId id="851" r:id="rId31"/>
    <p:sldId id="852" r:id="rId32"/>
    <p:sldId id="853" r:id="rId33"/>
    <p:sldId id="861" r:id="rId34"/>
    <p:sldId id="869" r:id="rId35"/>
    <p:sldId id="862" r:id="rId36"/>
    <p:sldId id="863" r:id="rId37"/>
    <p:sldId id="859" r:id="rId38"/>
    <p:sldId id="864" r:id="rId39"/>
    <p:sldId id="865" r:id="rId40"/>
    <p:sldId id="870" r:id="rId41"/>
    <p:sldId id="866" r:id="rId42"/>
    <p:sldId id="871" r:id="rId43"/>
    <p:sldId id="872" r:id="rId44"/>
    <p:sldId id="874" r:id="rId45"/>
    <p:sldId id="873" r:id="rId46"/>
    <p:sldId id="875" r:id="rId47"/>
    <p:sldId id="867" r:id="rId48"/>
    <p:sldId id="876" r:id="rId49"/>
    <p:sldId id="877" r:id="rId50"/>
    <p:sldId id="878" r:id="rId51"/>
    <p:sldId id="890" r:id="rId52"/>
    <p:sldId id="879" r:id="rId53"/>
    <p:sldId id="880" r:id="rId54"/>
    <p:sldId id="881" r:id="rId55"/>
    <p:sldId id="882" r:id="rId56"/>
    <p:sldId id="891" r:id="rId57"/>
    <p:sldId id="883" r:id="rId58"/>
    <p:sldId id="884" r:id="rId59"/>
    <p:sldId id="885" r:id="rId60"/>
    <p:sldId id="886" r:id="rId61"/>
    <p:sldId id="887" r:id="rId62"/>
    <p:sldId id="888" r:id="rId63"/>
    <p:sldId id="889" r:id="rId64"/>
    <p:sldId id="899" r:id="rId65"/>
    <p:sldId id="900" r:id="rId66"/>
    <p:sldId id="892" r:id="rId67"/>
    <p:sldId id="893" r:id="rId68"/>
    <p:sldId id="896" r:id="rId69"/>
    <p:sldId id="894" r:id="rId70"/>
    <p:sldId id="895" r:id="rId71"/>
    <p:sldId id="897" r:id="rId72"/>
    <p:sldId id="898" r:id="rId73"/>
    <p:sldId id="908" r:id="rId74"/>
    <p:sldId id="901" r:id="rId75"/>
    <p:sldId id="902" r:id="rId76"/>
    <p:sldId id="903" r:id="rId77"/>
    <p:sldId id="904" r:id="rId78"/>
    <p:sldId id="905" r:id="rId79"/>
    <p:sldId id="907" r:id="rId80"/>
    <p:sldId id="808" r:id="rId81"/>
    <p:sldId id="701" r:id="rId82"/>
    <p:sldId id="702" r:id="rId83"/>
    <p:sldId id="360" r:id="rId84"/>
  </p:sldIdLst>
  <p:sldSz cx="17348200" cy="9752013"/>
  <p:notesSz cx="6858000" cy="9144000"/>
  <p:embeddedFontLst>
    <p:embeddedFont>
      <p:font typeface="Abadi Extra Light" panose="020B0204020104020204" pitchFamily="34" charset="0"/>
      <p:regular r:id="rId87"/>
    </p:embeddedFont>
    <p:embeddedFont>
      <p:font typeface="Calibri" panose="020F0502020204030204" pitchFamily="34" charset="0"/>
      <p:regular r:id="rId88"/>
      <p:bold r:id="rId89"/>
      <p:italic r:id="rId90"/>
      <p:boldItalic r:id="rId91"/>
    </p:embeddedFont>
    <p:embeddedFont>
      <p:font typeface="Calibri Light" panose="020F0302020204030204" pitchFamily="34" charset="0"/>
      <p:regular r:id="rId92"/>
      <p:italic r:id="rId93"/>
    </p:embeddedFont>
    <p:embeddedFont>
      <p:font typeface="Lato" panose="020F0502020204030203" pitchFamily="34" charset="0"/>
      <p:regular r:id="rId94"/>
      <p:bold r:id="rId95"/>
      <p:italic r:id="rId96"/>
      <p:boldItalic r:id="rId97"/>
    </p:embeddedFont>
    <p:embeddedFont>
      <p:font typeface="Raleway Black" pitchFamily="2" charset="0"/>
      <p:bold r:id="rId98"/>
      <p:boldItalic r:id="rId99"/>
    </p:embeddedFont>
    <p:embeddedFont>
      <p:font typeface="Roboto" panose="02000000000000000000" pitchFamily="2" charset="0"/>
      <p:regular r:id="rId100"/>
      <p:bold r:id="rId101"/>
      <p:italic r:id="rId102"/>
      <p:boldItalic r:id="rId103"/>
    </p:embeddedFont>
    <p:embeddedFont>
      <p:font typeface="Roboto Black" panose="02000000000000000000" pitchFamily="2" charset="0"/>
      <p:bold r:id="rId104"/>
      <p:boldItalic r:id="rId105"/>
    </p:embeddedFont>
  </p:embeddedFontLst>
  <p:defaultTextStyle>
    <a:defPPr>
      <a:defRPr lang="es-ES"/>
    </a:defPPr>
    <a:lvl1pPr marL="0" algn="l" defTabSz="1300734" rtl="0" eaLnBrk="1" latinLnBrk="0" hangingPunct="1">
      <a:defRPr sz="2561" kern="1200">
        <a:solidFill>
          <a:schemeClr val="tx1"/>
        </a:solidFill>
        <a:latin typeface="+mn-lt"/>
        <a:ea typeface="+mn-ea"/>
        <a:cs typeface="+mn-cs"/>
      </a:defRPr>
    </a:lvl1pPr>
    <a:lvl2pPr marL="650367" algn="l" defTabSz="1300734" rtl="0" eaLnBrk="1" latinLnBrk="0" hangingPunct="1">
      <a:defRPr sz="2561" kern="1200">
        <a:solidFill>
          <a:schemeClr val="tx1"/>
        </a:solidFill>
        <a:latin typeface="+mn-lt"/>
        <a:ea typeface="+mn-ea"/>
        <a:cs typeface="+mn-cs"/>
      </a:defRPr>
    </a:lvl2pPr>
    <a:lvl3pPr marL="1300734" algn="l" defTabSz="1300734" rtl="0" eaLnBrk="1" latinLnBrk="0" hangingPunct="1">
      <a:defRPr sz="2561" kern="1200">
        <a:solidFill>
          <a:schemeClr val="tx1"/>
        </a:solidFill>
        <a:latin typeface="+mn-lt"/>
        <a:ea typeface="+mn-ea"/>
        <a:cs typeface="+mn-cs"/>
      </a:defRPr>
    </a:lvl3pPr>
    <a:lvl4pPr marL="1951101" algn="l" defTabSz="1300734" rtl="0" eaLnBrk="1" latinLnBrk="0" hangingPunct="1">
      <a:defRPr sz="2561" kern="1200">
        <a:solidFill>
          <a:schemeClr val="tx1"/>
        </a:solidFill>
        <a:latin typeface="+mn-lt"/>
        <a:ea typeface="+mn-ea"/>
        <a:cs typeface="+mn-cs"/>
      </a:defRPr>
    </a:lvl4pPr>
    <a:lvl5pPr marL="2601468" algn="l" defTabSz="1300734" rtl="0" eaLnBrk="1" latinLnBrk="0" hangingPunct="1">
      <a:defRPr sz="2561" kern="1200">
        <a:solidFill>
          <a:schemeClr val="tx1"/>
        </a:solidFill>
        <a:latin typeface="+mn-lt"/>
        <a:ea typeface="+mn-ea"/>
        <a:cs typeface="+mn-cs"/>
      </a:defRPr>
    </a:lvl5pPr>
    <a:lvl6pPr marL="3251835" algn="l" defTabSz="1300734" rtl="0" eaLnBrk="1" latinLnBrk="0" hangingPunct="1">
      <a:defRPr sz="2561" kern="1200">
        <a:solidFill>
          <a:schemeClr val="tx1"/>
        </a:solidFill>
        <a:latin typeface="+mn-lt"/>
        <a:ea typeface="+mn-ea"/>
        <a:cs typeface="+mn-cs"/>
      </a:defRPr>
    </a:lvl6pPr>
    <a:lvl7pPr marL="3902202" algn="l" defTabSz="1300734" rtl="0" eaLnBrk="1" latinLnBrk="0" hangingPunct="1">
      <a:defRPr sz="2561" kern="1200">
        <a:solidFill>
          <a:schemeClr val="tx1"/>
        </a:solidFill>
        <a:latin typeface="+mn-lt"/>
        <a:ea typeface="+mn-ea"/>
        <a:cs typeface="+mn-cs"/>
      </a:defRPr>
    </a:lvl7pPr>
    <a:lvl8pPr marL="4552569" algn="l" defTabSz="1300734" rtl="0" eaLnBrk="1" latinLnBrk="0" hangingPunct="1">
      <a:defRPr sz="2561" kern="1200">
        <a:solidFill>
          <a:schemeClr val="tx1"/>
        </a:solidFill>
        <a:latin typeface="+mn-lt"/>
        <a:ea typeface="+mn-ea"/>
        <a:cs typeface="+mn-cs"/>
      </a:defRPr>
    </a:lvl8pPr>
    <a:lvl9pPr marL="5202936" algn="l" defTabSz="1300734" rtl="0" eaLnBrk="1" latinLnBrk="0" hangingPunct="1">
      <a:defRPr sz="256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8E9CCB-1DB8-AF7D-D578-D9F8054DC64F}" name="Roberto Esteves" initials="RE" userId="39f7bd680ac0515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02567E"/>
    <a:srgbClr val="FFFFFF"/>
    <a:srgbClr val="64BFD2"/>
    <a:srgbClr val="FEBA12"/>
    <a:srgbClr val="207E7E"/>
    <a:srgbClr val="085D7E"/>
    <a:srgbClr val="0B627E"/>
    <a:srgbClr val="0E657E"/>
    <a:srgbClr val="FDDD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8" autoAdjust="0"/>
    <p:restoredTop sz="95226" autoAdjust="0"/>
  </p:normalViewPr>
  <p:slideViewPr>
    <p:cSldViewPr snapToGrid="0">
      <p:cViewPr varScale="1">
        <p:scale>
          <a:sx n="58" d="100"/>
          <a:sy n="58" d="100"/>
        </p:scale>
        <p:origin x="979" y="53"/>
      </p:cViewPr>
      <p:guideLst/>
    </p:cSldViewPr>
  </p:slideViewPr>
  <p:outlineViewPr>
    <p:cViewPr>
      <p:scale>
        <a:sx n="33" d="100"/>
        <a:sy n="33" d="100"/>
      </p:scale>
      <p:origin x="0" y="-206237"/>
    </p:cViewPr>
  </p:outlineViewPr>
  <p:notesTextViewPr>
    <p:cViewPr>
      <p:scale>
        <a:sx n="1" d="1"/>
        <a:sy n="1" d="1"/>
      </p:scale>
      <p:origin x="0" y="0"/>
    </p:cViewPr>
  </p:notesTextViewPr>
  <p:sorterViewPr>
    <p:cViewPr>
      <p:scale>
        <a:sx n="20" d="100"/>
        <a:sy n="20" d="100"/>
      </p:scale>
      <p:origin x="0" y="-4992"/>
    </p:cViewPr>
  </p:sorterViewPr>
  <p:notesViewPr>
    <p:cSldViewPr snapToGrid="0">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3.fntdata"/><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6.fntdata"/><Relationship Id="rId5" Type="http://schemas.openxmlformats.org/officeDocument/2006/relationships/slide" Target="slides/slide4.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7.fntdata"/><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1.fntdata"/><Relationship Id="rId104" Type="http://schemas.openxmlformats.org/officeDocument/2006/relationships/font" Target="fonts/font18.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fntdata"/><Relationship Id="rId110"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4.fntdata"/><Relationship Id="rId105"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font" Target="fonts/font2.fntdata"/><Relationship Id="rId111"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Esteves" userId="39f7bd680ac05156" providerId="LiveId" clId="{D8328903-25C8-47A9-A052-52F2E509FCFC}"/>
    <pc:docChg chg="modSld">
      <pc:chgData name="Roberto Esteves" userId="39f7bd680ac05156" providerId="LiveId" clId="{D8328903-25C8-47A9-A052-52F2E509FCFC}" dt="2023-04-08T02:32:07.418" v="0" actId="1036"/>
      <pc:docMkLst>
        <pc:docMk/>
      </pc:docMkLst>
      <pc:sldChg chg="modSp mod">
        <pc:chgData name="Roberto Esteves" userId="39f7bd680ac05156" providerId="LiveId" clId="{D8328903-25C8-47A9-A052-52F2E509FCFC}" dt="2023-04-08T02:32:07.418" v="0" actId="1036"/>
        <pc:sldMkLst>
          <pc:docMk/>
          <pc:sldMk cId="1243482131" sldId="842"/>
        </pc:sldMkLst>
        <pc:spChg chg="mod">
          <ac:chgData name="Roberto Esteves" userId="39f7bd680ac05156" providerId="LiveId" clId="{D8328903-25C8-47A9-A052-52F2E509FCFC}" dt="2023-04-08T02:32:07.418" v="0" actId="1036"/>
          <ac:spMkLst>
            <pc:docMk/>
            <pc:sldMk cId="1243482131" sldId="842"/>
            <ac:spMk id="3" creationId="{E6979663-E75A-A34F-5FD7-1FB55ADD58DC}"/>
          </ac:spMkLst>
        </pc:spChg>
      </pc:sldChg>
    </pc:docChg>
  </pc:docChgLst>
  <pc:docChgLst>
    <pc:chgData name="Roberto Esteves" userId="39f7bd680ac05156" providerId="LiveId" clId="{D9CD2A8E-D01D-4C38-AC90-B1E548DC75E2}"/>
    <pc:docChg chg="undo custSel addSld delSld modSld sldOrd">
      <pc:chgData name="Roberto Esteves" userId="39f7bd680ac05156" providerId="LiveId" clId="{D9CD2A8E-D01D-4C38-AC90-B1E548DC75E2}" dt="2022-08-17T00:59:49.577" v="2280" actId="404"/>
      <pc:docMkLst>
        <pc:docMk/>
      </pc:docMkLst>
      <pc:sldChg chg="modSp">
        <pc:chgData name="Roberto Esteves" userId="39f7bd680ac05156" providerId="LiveId" clId="{D9CD2A8E-D01D-4C38-AC90-B1E548DC75E2}" dt="2022-08-03T22:35:51.598" v="7" actId="20577"/>
        <pc:sldMkLst>
          <pc:docMk/>
          <pc:sldMk cId="2429051123" sldId="839"/>
        </pc:sldMkLst>
        <pc:graphicFrameChg chg="mod">
          <ac:chgData name="Roberto Esteves" userId="39f7bd680ac05156" providerId="LiveId" clId="{D9CD2A8E-D01D-4C38-AC90-B1E548DC75E2}" dt="2022-08-03T22:35:51.598" v="7" actId="20577"/>
          <ac:graphicFrameMkLst>
            <pc:docMk/>
            <pc:sldMk cId="2429051123" sldId="839"/>
            <ac:graphicFrameMk id="2" creationId="{6B816120-495D-3511-51DF-0D5C238CA48D}"/>
          </ac:graphicFrameMkLst>
        </pc:graphicFrameChg>
      </pc:sldChg>
      <pc:sldChg chg="addSp delSp modSp mod setBg">
        <pc:chgData name="Roberto Esteves" userId="39f7bd680ac05156" providerId="LiveId" clId="{D9CD2A8E-D01D-4C38-AC90-B1E548DC75E2}" dt="2022-08-04T00:53:59.542" v="17" actId="403"/>
        <pc:sldMkLst>
          <pc:docMk/>
          <pc:sldMk cId="4207475973" sldId="847"/>
        </pc:sldMkLst>
        <pc:spChg chg="mod">
          <ac:chgData name="Roberto Esteves" userId="39f7bd680ac05156" providerId="LiveId" clId="{D9CD2A8E-D01D-4C38-AC90-B1E548DC75E2}" dt="2022-08-04T00:53:50.533" v="13" actId="26606"/>
          <ac:spMkLst>
            <pc:docMk/>
            <pc:sldMk cId="4207475973" sldId="847"/>
            <ac:spMk id="2" creationId="{CF7DFB08-3214-DB20-3928-2F1B1B8F2CE0}"/>
          </ac:spMkLst>
        </pc:spChg>
        <pc:spChg chg="mod">
          <ac:chgData name="Roberto Esteves" userId="39f7bd680ac05156" providerId="LiveId" clId="{D9CD2A8E-D01D-4C38-AC90-B1E548DC75E2}" dt="2022-08-04T00:53:59.542" v="17" actId="403"/>
          <ac:spMkLst>
            <pc:docMk/>
            <pc:sldMk cId="4207475973" sldId="847"/>
            <ac:spMk id="3" creationId="{D4FAA959-77C6-698B-8190-1F3C52608FA4}"/>
          </ac:spMkLst>
        </pc:spChg>
        <pc:spChg chg="add del">
          <ac:chgData name="Roberto Esteves" userId="39f7bd680ac05156" providerId="LiveId" clId="{D9CD2A8E-D01D-4C38-AC90-B1E548DC75E2}" dt="2022-08-04T00:53:50.524" v="12" actId="26606"/>
          <ac:spMkLst>
            <pc:docMk/>
            <pc:sldMk cId="4207475973" sldId="847"/>
            <ac:spMk id="8" creationId="{18873D23-2DCF-4B31-A009-95721C06E8E1}"/>
          </ac:spMkLst>
        </pc:spChg>
        <pc:spChg chg="add del">
          <ac:chgData name="Roberto Esteves" userId="39f7bd680ac05156" providerId="LiveId" clId="{D9CD2A8E-D01D-4C38-AC90-B1E548DC75E2}" dt="2022-08-04T00:53:50.524" v="12" actId="26606"/>
          <ac:spMkLst>
            <pc:docMk/>
            <pc:sldMk cId="4207475973" sldId="847"/>
            <ac:spMk id="10" creationId="{C13EF075-D4EF-4929-ADBC-91B27DA19955}"/>
          </ac:spMkLst>
        </pc:spChg>
        <pc:spChg chg="add">
          <ac:chgData name="Roberto Esteves" userId="39f7bd680ac05156" providerId="LiveId" clId="{D9CD2A8E-D01D-4C38-AC90-B1E548DC75E2}" dt="2022-08-04T00:53:50.533" v="13" actId="26606"/>
          <ac:spMkLst>
            <pc:docMk/>
            <pc:sldMk cId="4207475973" sldId="847"/>
            <ac:spMk id="18" creationId="{777A147A-9ED8-46B4-8660-1B3C2AA880B5}"/>
          </ac:spMkLst>
        </pc:spChg>
        <pc:spChg chg="add">
          <ac:chgData name="Roberto Esteves" userId="39f7bd680ac05156" providerId="LiveId" clId="{D9CD2A8E-D01D-4C38-AC90-B1E548DC75E2}" dt="2022-08-04T00:53:50.533" v="13" actId="26606"/>
          <ac:spMkLst>
            <pc:docMk/>
            <pc:sldMk cId="4207475973" sldId="847"/>
            <ac:spMk id="19" creationId="{5D6C15A0-C087-4593-8414-2B4EC1CDC3DE}"/>
          </ac:spMkLst>
        </pc:spChg>
        <pc:grpChg chg="add del">
          <ac:chgData name="Roberto Esteves" userId="39f7bd680ac05156" providerId="LiveId" clId="{D9CD2A8E-D01D-4C38-AC90-B1E548DC75E2}" dt="2022-08-04T00:53:50.524" v="12" actId="26606"/>
          <ac:grpSpMkLst>
            <pc:docMk/>
            <pc:sldMk cId="4207475973" sldId="847"/>
            <ac:grpSpMk id="12" creationId="{DAA26DFA-AAB2-4973-9C17-16D587C7B198}"/>
          </ac:grpSpMkLst>
        </pc:grpChg>
      </pc:sldChg>
      <pc:sldChg chg="modSp mod">
        <pc:chgData name="Roberto Esteves" userId="39f7bd680ac05156" providerId="LiveId" clId="{D9CD2A8E-D01D-4C38-AC90-B1E548DC75E2}" dt="2022-08-04T01:13:19.515" v="175" actId="207"/>
        <pc:sldMkLst>
          <pc:docMk/>
          <pc:sldMk cId="198883445" sldId="849"/>
        </pc:sldMkLst>
        <pc:spChg chg="mod">
          <ac:chgData name="Roberto Esteves" userId="39f7bd680ac05156" providerId="LiveId" clId="{D9CD2A8E-D01D-4C38-AC90-B1E548DC75E2}" dt="2022-08-04T01:13:19.515" v="175" actId="207"/>
          <ac:spMkLst>
            <pc:docMk/>
            <pc:sldMk cId="198883445" sldId="849"/>
            <ac:spMk id="3" creationId="{A766759A-7F81-AD9C-7197-AE24A312D4A2}"/>
          </ac:spMkLst>
        </pc:spChg>
      </pc:sldChg>
      <pc:sldChg chg="modSp mod">
        <pc:chgData name="Roberto Esteves" userId="39f7bd680ac05156" providerId="LiveId" clId="{D9CD2A8E-D01D-4C38-AC90-B1E548DC75E2}" dt="2022-08-04T00:54:33.856" v="18" actId="1076"/>
        <pc:sldMkLst>
          <pc:docMk/>
          <pc:sldMk cId="3054541351" sldId="850"/>
        </pc:sldMkLst>
        <pc:spChg chg="mod">
          <ac:chgData name="Roberto Esteves" userId="39f7bd680ac05156" providerId="LiveId" clId="{D9CD2A8E-D01D-4C38-AC90-B1E548DC75E2}" dt="2022-08-04T00:54:33.856" v="18" actId="1076"/>
          <ac:spMkLst>
            <pc:docMk/>
            <pc:sldMk cId="3054541351" sldId="850"/>
            <ac:spMk id="4" creationId="{3049DB04-E9C9-A98D-682D-0ACBE752AB5E}"/>
          </ac:spMkLst>
        </pc:spChg>
      </pc:sldChg>
      <pc:sldChg chg="modSp add mod setBg">
        <pc:chgData name="Roberto Esteves" userId="39f7bd680ac05156" providerId="LiveId" clId="{D9CD2A8E-D01D-4C38-AC90-B1E548DC75E2}" dt="2022-08-03T21:37:06.550" v="1" actId="20577"/>
        <pc:sldMkLst>
          <pc:docMk/>
          <pc:sldMk cId="1122727558" sldId="854"/>
        </pc:sldMkLst>
        <pc:spChg chg="mod">
          <ac:chgData name="Roberto Esteves" userId="39f7bd680ac05156" providerId="LiveId" clId="{D9CD2A8E-D01D-4C38-AC90-B1E548DC75E2}" dt="2022-08-03T21:37:06.550" v="1" actId="20577"/>
          <ac:spMkLst>
            <pc:docMk/>
            <pc:sldMk cId="1122727558" sldId="854"/>
            <ac:spMk id="4" creationId="{DDF39D78-5D71-4681-8E9C-535B25E5FA04}"/>
          </ac:spMkLst>
        </pc:spChg>
      </pc:sldChg>
      <pc:sldChg chg="modSp add mod">
        <pc:chgData name="Roberto Esteves" userId="39f7bd680ac05156" providerId="LiveId" clId="{D9CD2A8E-D01D-4C38-AC90-B1E548DC75E2}" dt="2022-08-03T21:37:20.938" v="3" actId="20577"/>
        <pc:sldMkLst>
          <pc:docMk/>
          <pc:sldMk cId="3465093172" sldId="855"/>
        </pc:sldMkLst>
        <pc:spChg chg="mod">
          <ac:chgData name="Roberto Esteves" userId="39f7bd680ac05156" providerId="LiveId" clId="{D9CD2A8E-D01D-4C38-AC90-B1E548DC75E2}" dt="2022-08-03T21:37:20.938" v="3" actId="20577"/>
          <ac:spMkLst>
            <pc:docMk/>
            <pc:sldMk cId="3465093172" sldId="855"/>
            <ac:spMk id="4" creationId="{DDF39D78-5D71-4681-8E9C-535B25E5FA04}"/>
          </ac:spMkLst>
        </pc:spChg>
      </pc:sldChg>
      <pc:sldChg chg="addSp modSp add mod">
        <pc:chgData name="Roberto Esteves" userId="39f7bd680ac05156" providerId="LiveId" clId="{D9CD2A8E-D01D-4C38-AC90-B1E548DC75E2}" dt="2022-08-04T01:14:00.031" v="178" actId="27636"/>
        <pc:sldMkLst>
          <pc:docMk/>
          <pc:sldMk cId="3445939728" sldId="856"/>
        </pc:sldMkLst>
        <pc:spChg chg="mod">
          <ac:chgData name="Roberto Esteves" userId="39f7bd680ac05156" providerId="LiveId" clId="{D9CD2A8E-D01D-4C38-AC90-B1E548DC75E2}" dt="2022-08-04T00:56:03.021" v="25"/>
          <ac:spMkLst>
            <pc:docMk/>
            <pc:sldMk cId="3445939728" sldId="856"/>
            <ac:spMk id="2" creationId="{693E63AA-BB78-9DEC-EA31-5C6E882312DC}"/>
          </ac:spMkLst>
        </pc:spChg>
        <pc:spChg chg="mod">
          <ac:chgData name="Roberto Esteves" userId="39f7bd680ac05156" providerId="LiveId" clId="{D9CD2A8E-D01D-4C38-AC90-B1E548DC75E2}" dt="2022-08-04T01:14:00.031" v="178" actId="27636"/>
          <ac:spMkLst>
            <pc:docMk/>
            <pc:sldMk cId="3445939728" sldId="856"/>
            <ac:spMk id="3" creationId="{A766759A-7F81-AD9C-7197-AE24A312D4A2}"/>
          </ac:spMkLst>
        </pc:spChg>
        <pc:spChg chg="add mod">
          <ac:chgData name="Roberto Esteves" userId="39f7bd680ac05156" providerId="LiveId" clId="{D9CD2A8E-D01D-4C38-AC90-B1E548DC75E2}" dt="2022-08-04T00:58:20.882" v="123" actId="1076"/>
          <ac:spMkLst>
            <pc:docMk/>
            <pc:sldMk cId="3445939728" sldId="856"/>
            <ac:spMk id="4" creationId="{6A2A876A-8070-860A-4984-4244AF8194BE}"/>
          </ac:spMkLst>
        </pc:spChg>
        <pc:spChg chg="add mod">
          <ac:chgData name="Roberto Esteves" userId="39f7bd680ac05156" providerId="LiveId" clId="{D9CD2A8E-D01D-4C38-AC90-B1E548DC75E2}" dt="2022-08-04T00:58:27.120" v="126" actId="20577"/>
          <ac:spMkLst>
            <pc:docMk/>
            <pc:sldMk cId="3445939728" sldId="856"/>
            <ac:spMk id="5" creationId="{B9A45DF5-81A0-E07F-F3AC-0B5C8BF79012}"/>
          </ac:spMkLst>
        </pc:spChg>
      </pc:sldChg>
      <pc:sldChg chg="addSp modSp add mod">
        <pc:chgData name="Roberto Esteves" userId="39f7bd680ac05156" providerId="LiveId" clId="{D9CD2A8E-D01D-4C38-AC90-B1E548DC75E2}" dt="2022-08-04T01:13:53.515" v="176" actId="2711"/>
        <pc:sldMkLst>
          <pc:docMk/>
          <pc:sldMk cId="2122299743" sldId="857"/>
        </pc:sldMkLst>
        <pc:spChg chg="mod">
          <ac:chgData name="Roberto Esteves" userId="39f7bd680ac05156" providerId="LiveId" clId="{D9CD2A8E-D01D-4C38-AC90-B1E548DC75E2}" dt="2022-08-04T01:13:53.515" v="176" actId="2711"/>
          <ac:spMkLst>
            <pc:docMk/>
            <pc:sldMk cId="2122299743" sldId="857"/>
            <ac:spMk id="3" creationId="{A766759A-7F81-AD9C-7197-AE24A312D4A2}"/>
          </ac:spMkLst>
        </pc:spChg>
        <pc:spChg chg="add mod">
          <ac:chgData name="Roberto Esteves" userId="39f7bd680ac05156" providerId="LiveId" clId="{D9CD2A8E-D01D-4C38-AC90-B1E548DC75E2}" dt="2022-08-04T00:58:54.601" v="135" actId="1076"/>
          <ac:spMkLst>
            <pc:docMk/>
            <pc:sldMk cId="2122299743" sldId="857"/>
            <ac:spMk id="4" creationId="{FB996A48-575E-7E08-CB4B-A4510CA59F76}"/>
          </ac:spMkLst>
        </pc:spChg>
        <pc:spChg chg="add mod">
          <ac:chgData name="Roberto Esteves" userId="39f7bd680ac05156" providerId="LiveId" clId="{D9CD2A8E-D01D-4C38-AC90-B1E548DC75E2}" dt="2022-08-04T00:58:48.326" v="133" actId="20577"/>
          <ac:spMkLst>
            <pc:docMk/>
            <pc:sldMk cId="2122299743" sldId="857"/>
            <ac:spMk id="5" creationId="{43232CB8-D809-D523-CC2A-EB104C6887A5}"/>
          </ac:spMkLst>
        </pc:spChg>
      </pc:sldChg>
      <pc:sldChg chg="addSp modSp new mod">
        <pc:chgData name="Roberto Esteves" userId="39f7bd680ac05156" providerId="LiveId" clId="{D9CD2A8E-D01D-4C38-AC90-B1E548DC75E2}" dt="2022-08-04T01:15:36.453" v="201" actId="1076"/>
        <pc:sldMkLst>
          <pc:docMk/>
          <pc:sldMk cId="2152332804" sldId="858"/>
        </pc:sldMkLst>
        <pc:spChg chg="mod">
          <ac:chgData name="Roberto Esteves" userId="39f7bd680ac05156" providerId="LiveId" clId="{D9CD2A8E-D01D-4C38-AC90-B1E548DC75E2}" dt="2022-08-04T01:15:34.838" v="200" actId="1076"/>
          <ac:spMkLst>
            <pc:docMk/>
            <pc:sldMk cId="2152332804" sldId="858"/>
            <ac:spMk id="2" creationId="{A93B58EA-1C5C-CBC3-0515-2BC6F8640A2E}"/>
          </ac:spMkLst>
        </pc:spChg>
        <pc:picChg chg="add mod">
          <ac:chgData name="Roberto Esteves" userId="39f7bd680ac05156" providerId="LiveId" clId="{D9CD2A8E-D01D-4C38-AC90-B1E548DC75E2}" dt="2022-08-04T01:15:36.453" v="201" actId="1076"/>
          <ac:picMkLst>
            <pc:docMk/>
            <pc:sldMk cId="2152332804" sldId="858"/>
            <ac:picMk id="3" creationId="{9344A300-D153-E73F-E0D5-F180F16E15D3}"/>
          </ac:picMkLst>
        </pc:picChg>
      </pc:sldChg>
      <pc:sldChg chg="addSp delSp modSp add mod ord">
        <pc:chgData name="Roberto Esteves" userId="39f7bd680ac05156" providerId="LiveId" clId="{D9CD2A8E-D01D-4C38-AC90-B1E548DC75E2}" dt="2022-08-04T23:31:59.430" v="234" actId="1076"/>
        <pc:sldMkLst>
          <pc:docMk/>
          <pc:sldMk cId="940645696" sldId="859"/>
        </pc:sldMkLst>
        <pc:spChg chg="del mod">
          <ac:chgData name="Roberto Esteves" userId="39f7bd680ac05156" providerId="LiveId" clId="{D9CD2A8E-D01D-4C38-AC90-B1E548DC75E2}" dt="2022-08-04T23:31:54.599" v="233" actId="478"/>
          <ac:spMkLst>
            <pc:docMk/>
            <pc:sldMk cId="940645696" sldId="859"/>
            <ac:spMk id="2" creationId="{A418F3D2-1220-48F5-9DDF-0065B079B9B9}"/>
          </ac:spMkLst>
        </pc:spChg>
        <pc:spChg chg="add mod">
          <ac:chgData name="Roberto Esteves" userId="39f7bd680ac05156" providerId="LiveId" clId="{D9CD2A8E-D01D-4C38-AC90-B1E548DC75E2}" dt="2022-08-04T23:31:59.430" v="234" actId="1076"/>
          <ac:spMkLst>
            <pc:docMk/>
            <pc:sldMk cId="940645696" sldId="859"/>
            <ac:spMk id="6" creationId="{E7690B8B-4FE8-D3C4-118E-3703252050DF}"/>
          </ac:spMkLst>
        </pc:spChg>
      </pc:sldChg>
      <pc:sldChg chg="new del">
        <pc:chgData name="Roberto Esteves" userId="39f7bd680ac05156" providerId="LiveId" clId="{D9CD2A8E-D01D-4C38-AC90-B1E548DC75E2}" dt="2022-08-04T23:32:26.460" v="237" actId="47"/>
        <pc:sldMkLst>
          <pc:docMk/>
          <pc:sldMk cId="1536713863" sldId="860"/>
        </pc:sldMkLst>
      </pc:sldChg>
      <pc:sldChg chg="add">
        <pc:chgData name="Roberto Esteves" userId="39f7bd680ac05156" providerId="LiveId" clId="{D9CD2A8E-D01D-4C38-AC90-B1E548DC75E2}" dt="2022-08-04T23:32:24.101" v="236"/>
        <pc:sldMkLst>
          <pc:docMk/>
          <pc:sldMk cId="3755235976" sldId="861"/>
        </pc:sldMkLst>
      </pc:sldChg>
      <pc:sldChg chg="modSp add mod">
        <pc:chgData name="Roberto Esteves" userId="39f7bd680ac05156" providerId="LiveId" clId="{D9CD2A8E-D01D-4C38-AC90-B1E548DC75E2}" dt="2022-08-04T23:33:55.448" v="278" actId="404"/>
        <pc:sldMkLst>
          <pc:docMk/>
          <pc:sldMk cId="2344166037" sldId="862"/>
        </pc:sldMkLst>
        <pc:spChg chg="mod">
          <ac:chgData name="Roberto Esteves" userId="39f7bd680ac05156" providerId="LiveId" clId="{D9CD2A8E-D01D-4C38-AC90-B1E548DC75E2}" dt="2022-08-04T23:33:55.448" v="278" actId="404"/>
          <ac:spMkLst>
            <pc:docMk/>
            <pc:sldMk cId="2344166037" sldId="862"/>
            <ac:spMk id="6" creationId="{E7690B8B-4FE8-D3C4-118E-3703252050DF}"/>
          </ac:spMkLst>
        </pc:spChg>
      </pc:sldChg>
      <pc:sldChg chg="add">
        <pc:chgData name="Roberto Esteves" userId="39f7bd680ac05156" providerId="LiveId" clId="{D9CD2A8E-D01D-4C38-AC90-B1E548DC75E2}" dt="2022-08-04T23:34:01.671" v="279"/>
        <pc:sldMkLst>
          <pc:docMk/>
          <pc:sldMk cId="2595408604" sldId="863"/>
        </pc:sldMkLst>
      </pc:sldChg>
      <pc:sldChg chg="modSp new mod">
        <pc:chgData name="Roberto Esteves" userId="39f7bd680ac05156" providerId="LiveId" clId="{D9CD2A8E-D01D-4C38-AC90-B1E548DC75E2}" dt="2022-08-05T00:01:07.535" v="725" actId="113"/>
        <pc:sldMkLst>
          <pc:docMk/>
          <pc:sldMk cId="4032665214" sldId="864"/>
        </pc:sldMkLst>
        <pc:spChg chg="mod">
          <ac:chgData name="Roberto Esteves" userId="39f7bd680ac05156" providerId="LiveId" clId="{D9CD2A8E-D01D-4C38-AC90-B1E548DC75E2}" dt="2022-08-04T23:34:44.914" v="292" actId="404"/>
          <ac:spMkLst>
            <pc:docMk/>
            <pc:sldMk cId="4032665214" sldId="864"/>
            <ac:spMk id="2" creationId="{90F0BE04-52D7-1A41-2F91-5B3A4071F5CD}"/>
          </ac:spMkLst>
        </pc:spChg>
        <pc:spChg chg="mod">
          <ac:chgData name="Roberto Esteves" userId="39f7bd680ac05156" providerId="LiveId" clId="{D9CD2A8E-D01D-4C38-AC90-B1E548DC75E2}" dt="2022-08-05T00:01:07.535" v="725" actId="113"/>
          <ac:spMkLst>
            <pc:docMk/>
            <pc:sldMk cId="4032665214" sldId="864"/>
            <ac:spMk id="3" creationId="{C82C4244-99D7-6529-32EE-32DC37AD7198}"/>
          </ac:spMkLst>
        </pc:spChg>
      </pc:sldChg>
      <pc:sldChg chg="add ord">
        <pc:chgData name="Roberto Esteves" userId="39f7bd680ac05156" providerId="LiveId" clId="{D9CD2A8E-D01D-4C38-AC90-B1E548DC75E2}" dt="2022-08-05T00:02:08.221" v="728"/>
        <pc:sldMkLst>
          <pc:docMk/>
          <pc:sldMk cId="3948762876" sldId="865"/>
        </pc:sldMkLst>
      </pc:sldChg>
      <pc:sldChg chg="modSp add mod ord">
        <pc:chgData name="Roberto Esteves" userId="39f7bd680ac05156" providerId="LiveId" clId="{D9CD2A8E-D01D-4C38-AC90-B1E548DC75E2}" dt="2022-08-05T00:04:12.830" v="747" actId="1076"/>
        <pc:sldMkLst>
          <pc:docMk/>
          <pc:sldMk cId="3327459657" sldId="866"/>
        </pc:sldMkLst>
        <pc:spChg chg="mod">
          <ac:chgData name="Roberto Esteves" userId="39f7bd680ac05156" providerId="LiveId" clId="{D9CD2A8E-D01D-4C38-AC90-B1E548DC75E2}" dt="2022-08-05T00:04:12.830" v="747" actId="1076"/>
          <ac:spMkLst>
            <pc:docMk/>
            <pc:sldMk cId="3327459657" sldId="866"/>
            <ac:spMk id="6" creationId="{E7690B8B-4FE8-D3C4-118E-3703252050DF}"/>
          </ac:spMkLst>
        </pc:spChg>
      </pc:sldChg>
      <pc:sldChg chg="add">
        <pc:chgData name="Roberto Esteves" userId="39f7bd680ac05156" providerId="LiveId" clId="{D9CD2A8E-D01D-4C38-AC90-B1E548DC75E2}" dt="2022-08-05T00:04:27.702" v="748"/>
        <pc:sldMkLst>
          <pc:docMk/>
          <pc:sldMk cId="3802859652" sldId="867"/>
        </pc:sldMkLst>
      </pc:sldChg>
      <pc:sldChg chg="modSp add mod">
        <pc:chgData name="Roberto Esteves" userId="39f7bd680ac05156" providerId="LiveId" clId="{D9CD2A8E-D01D-4C38-AC90-B1E548DC75E2}" dt="2022-08-05T01:35:03.897" v="750" actId="20577"/>
        <pc:sldMkLst>
          <pc:docMk/>
          <pc:sldMk cId="1071997580" sldId="868"/>
        </pc:sldMkLst>
        <pc:spChg chg="mod">
          <ac:chgData name="Roberto Esteves" userId="39f7bd680ac05156" providerId="LiveId" clId="{D9CD2A8E-D01D-4C38-AC90-B1E548DC75E2}" dt="2022-08-05T01:35:03.897" v="750" actId="20577"/>
          <ac:spMkLst>
            <pc:docMk/>
            <pc:sldMk cId="1071997580" sldId="868"/>
            <ac:spMk id="4" creationId="{DDF39D78-5D71-4681-8E9C-535B25E5FA04}"/>
          </ac:spMkLst>
        </pc:spChg>
      </pc:sldChg>
      <pc:sldChg chg="modSp add mod">
        <pc:chgData name="Roberto Esteves" userId="39f7bd680ac05156" providerId="LiveId" clId="{D9CD2A8E-D01D-4C38-AC90-B1E548DC75E2}" dt="2022-08-06T00:20:17.545" v="752" actId="20577"/>
        <pc:sldMkLst>
          <pc:docMk/>
          <pc:sldMk cId="1819297971" sldId="869"/>
        </pc:sldMkLst>
        <pc:spChg chg="mod">
          <ac:chgData name="Roberto Esteves" userId="39f7bd680ac05156" providerId="LiveId" clId="{D9CD2A8E-D01D-4C38-AC90-B1E548DC75E2}" dt="2022-08-06T00:20:17.545" v="752" actId="20577"/>
          <ac:spMkLst>
            <pc:docMk/>
            <pc:sldMk cId="1819297971" sldId="869"/>
            <ac:spMk id="4" creationId="{DDF39D78-5D71-4681-8E9C-535B25E5FA04}"/>
          </ac:spMkLst>
        </pc:spChg>
      </pc:sldChg>
      <pc:sldChg chg="modSp add mod">
        <pc:chgData name="Roberto Esteves" userId="39f7bd680ac05156" providerId="LiveId" clId="{D9CD2A8E-D01D-4C38-AC90-B1E548DC75E2}" dt="2022-08-08T19:53:29.923" v="754" actId="20577"/>
        <pc:sldMkLst>
          <pc:docMk/>
          <pc:sldMk cId="1162296808" sldId="870"/>
        </pc:sldMkLst>
        <pc:spChg chg="mod">
          <ac:chgData name="Roberto Esteves" userId="39f7bd680ac05156" providerId="LiveId" clId="{D9CD2A8E-D01D-4C38-AC90-B1E548DC75E2}" dt="2022-08-08T19:53:29.923" v="754" actId="20577"/>
          <ac:spMkLst>
            <pc:docMk/>
            <pc:sldMk cId="1162296808" sldId="870"/>
            <ac:spMk id="4" creationId="{DDF39D78-5D71-4681-8E9C-535B25E5FA04}"/>
          </ac:spMkLst>
        </pc:spChg>
      </pc:sldChg>
      <pc:sldChg chg="modSp new mod">
        <pc:chgData name="Roberto Esteves" userId="39f7bd680ac05156" providerId="LiveId" clId="{D9CD2A8E-D01D-4C38-AC90-B1E548DC75E2}" dt="2022-08-08T19:59:07.829" v="821" actId="113"/>
        <pc:sldMkLst>
          <pc:docMk/>
          <pc:sldMk cId="3116764048" sldId="871"/>
        </pc:sldMkLst>
        <pc:spChg chg="mod">
          <ac:chgData name="Roberto Esteves" userId="39f7bd680ac05156" providerId="LiveId" clId="{D9CD2A8E-D01D-4C38-AC90-B1E548DC75E2}" dt="2022-08-08T19:56:33.589" v="760" actId="2711"/>
          <ac:spMkLst>
            <pc:docMk/>
            <pc:sldMk cId="3116764048" sldId="871"/>
            <ac:spMk id="2" creationId="{30862F45-A08E-8E55-4435-C1364CB8FE22}"/>
          </ac:spMkLst>
        </pc:spChg>
        <pc:spChg chg="mod">
          <ac:chgData name="Roberto Esteves" userId="39f7bd680ac05156" providerId="LiveId" clId="{D9CD2A8E-D01D-4C38-AC90-B1E548DC75E2}" dt="2022-08-08T19:59:07.829" v="821" actId="113"/>
          <ac:spMkLst>
            <pc:docMk/>
            <pc:sldMk cId="3116764048" sldId="871"/>
            <ac:spMk id="3" creationId="{6F029874-EA91-FF97-C03B-D8B1D37244E6}"/>
          </ac:spMkLst>
        </pc:spChg>
      </pc:sldChg>
      <pc:sldChg chg="modSp add mod">
        <pc:chgData name="Roberto Esteves" userId="39f7bd680ac05156" providerId="LiveId" clId="{D9CD2A8E-D01D-4C38-AC90-B1E548DC75E2}" dt="2022-08-08T19:59:34.643" v="833" actId="113"/>
        <pc:sldMkLst>
          <pc:docMk/>
          <pc:sldMk cId="717936934" sldId="872"/>
        </pc:sldMkLst>
        <pc:spChg chg="mod">
          <ac:chgData name="Roberto Esteves" userId="39f7bd680ac05156" providerId="LiveId" clId="{D9CD2A8E-D01D-4C38-AC90-B1E548DC75E2}" dt="2022-08-08T19:59:34.643" v="833" actId="113"/>
          <ac:spMkLst>
            <pc:docMk/>
            <pc:sldMk cId="717936934" sldId="872"/>
            <ac:spMk id="3" creationId="{6F029874-EA91-FF97-C03B-D8B1D37244E6}"/>
          </ac:spMkLst>
        </pc:spChg>
      </pc:sldChg>
      <pc:sldChg chg="modSp new mod">
        <pc:chgData name="Roberto Esteves" userId="39f7bd680ac05156" providerId="LiveId" clId="{D9CD2A8E-D01D-4C38-AC90-B1E548DC75E2}" dt="2022-08-08T20:05:37.960" v="947" actId="27636"/>
        <pc:sldMkLst>
          <pc:docMk/>
          <pc:sldMk cId="145273453" sldId="873"/>
        </pc:sldMkLst>
        <pc:spChg chg="mod">
          <ac:chgData name="Roberto Esteves" userId="39f7bd680ac05156" providerId="LiveId" clId="{D9CD2A8E-D01D-4C38-AC90-B1E548DC75E2}" dt="2022-08-08T20:03:18.726" v="890" actId="27636"/>
          <ac:spMkLst>
            <pc:docMk/>
            <pc:sldMk cId="145273453" sldId="873"/>
            <ac:spMk id="2" creationId="{7C3EED55-633B-CB3F-EFC2-2D7C453D2D83}"/>
          </ac:spMkLst>
        </pc:spChg>
        <pc:spChg chg="mod">
          <ac:chgData name="Roberto Esteves" userId="39f7bd680ac05156" providerId="LiveId" clId="{D9CD2A8E-D01D-4C38-AC90-B1E548DC75E2}" dt="2022-08-08T20:05:37.960" v="947" actId="27636"/>
          <ac:spMkLst>
            <pc:docMk/>
            <pc:sldMk cId="145273453" sldId="873"/>
            <ac:spMk id="3" creationId="{BE598E90-B99E-B623-043E-9B3D8D794080}"/>
          </ac:spMkLst>
        </pc:spChg>
      </pc:sldChg>
      <pc:sldChg chg="modSp add mod">
        <pc:chgData name="Roberto Esteves" userId="39f7bd680ac05156" providerId="LiveId" clId="{D9CD2A8E-D01D-4C38-AC90-B1E548DC75E2}" dt="2022-08-08T20:02:38.500" v="885" actId="113"/>
        <pc:sldMkLst>
          <pc:docMk/>
          <pc:sldMk cId="687712611" sldId="874"/>
        </pc:sldMkLst>
        <pc:spChg chg="mod">
          <ac:chgData name="Roberto Esteves" userId="39f7bd680ac05156" providerId="LiveId" clId="{D9CD2A8E-D01D-4C38-AC90-B1E548DC75E2}" dt="2022-08-08T20:02:38.500" v="885" actId="113"/>
          <ac:spMkLst>
            <pc:docMk/>
            <pc:sldMk cId="687712611" sldId="874"/>
            <ac:spMk id="6" creationId="{E7690B8B-4FE8-D3C4-118E-3703252050DF}"/>
          </ac:spMkLst>
        </pc:spChg>
      </pc:sldChg>
      <pc:sldChg chg="modSp add mod">
        <pc:chgData name="Roberto Esteves" userId="39f7bd680ac05156" providerId="LiveId" clId="{D9CD2A8E-D01D-4C38-AC90-B1E548DC75E2}" dt="2022-08-08T20:06:42.156" v="961" actId="113"/>
        <pc:sldMkLst>
          <pc:docMk/>
          <pc:sldMk cId="4172650502" sldId="875"/>
        </pc:sldMkLst>
        <pc:spChg chg="mod">
          <ac:chgData name="Roberto Esteves" userId="39f7bd680ac05156" providerId="LiveId" clId="{D9CD2A8E-D01D-4C38-AC90-B1E548DC75E2}" dt="2022-08-08T20:06:42.156" v="961" actId="113"/>
          <ac:spMkLst>
            <pc:docMk/>
            <pc:sldMk cId="4172650502" sldId="875"/>
            <ac:spMk id="3" creationId="{BE598E90-B99E-B623-043E-9B3D8D794080}"/>
          </ac:spMkLst>
        </pc:spChg>
      </pc:sldChg>
      <pc:sldChg chg="modSp add mod ord">
        <pc:chgData name="Roberto Esteves" userId="39f7bd680ac05156" providerId="LiveId" clId="{D9CD2A8E-D01D-4C38-AC90-B1E548DC75E2}" dt="2022-08-08T20:31:06.911" v="986" actId="404"/>
        <pc:sldMkLst>
          <pc:docMk/>
          <pc:sldMk cId="2368672043" sldId="876"/>
        </pc:sldMkLst>
        <pc:spChg chg="mod">
          <ac:chgData name="Roberto Esteves" userId="39f7bd680ac05156" providerId="LiveId" clId="{D9CD2A8E-D01D-4C38-AC90-B1E548DC75E2}" dt="2022-08-08T20:31:06.911" v="986" actId="404"/>
          <ac:spMkLst>
            <pc:docMk/>
            <pc:sldMk cId="2368672043" sldId="876"/>
            <ac:spMk id="6" creationId="{E7690B8B-4FE8-D3C4-118E-3703252050DF}"/>
          </ac:spMkLst>
        </pc:spChg>
      </pc:sldChg>
      <pc:sldChg chg="modSp new mod">
        <pc:chgData name="Roberto Esteves" userId="39f7bd680ac05156" providerId="LiveId" clId="{D9CD2A8E-D01D-4C38-AC90-B1E548DC75E2}" dt="2022-08-08T20:41:19.848" v="1051" actId="20577"/>
        <pc:sldMkLst>
          <pc:docMk/>
          <pc:sldMk cId="1424015091" sldId="877"/>
        </pc:sldMkLst>
        <pc:spChg chg="mod">
          <ac:chgData name="Roberto Esteves" userId="39f7bd680ac05156" providerId="LiveId" clId="{D9CD2A8E-D01D-4C38-AC90-B1E548DC75E2}" dt="2022-08-08T20:31:33.640" v="1006" actId="113"/>
          <ac:spMkLst>
            <pc:docMk/>
            <pc:sldMk cId="1424015091" sldId="877"/>
            <ac:spMk id="2" creationId="{AB229C5B-0EED-A033-75AB-A21EC9BDF649}"/>
          </ac:spMkLst>
        </pc:spChg>
        <pc:spChg chg="mod">
          <ac:chgData name="Roberto Esteves" userId="39f7bd680ac05156" providerId="LiveId" clId="{D9CD2A8E-D01D-4C38-AC90-B1E548DC75E2}" dt="2022-08-08T20:41:19.848" v="1051" actId="20577"/>
          <ac:spMkLst>
            <pc:docMk/>
            <pc:sldMk cId="1424015091" sldId="877"/>
            <ac:spMk id="3" creationId="{26D6F03D-5AC3-7287-A06F-7A024F6B27AB}"/>
          </ac:spMkLst>
        </pc:spChg>
      </pc:sldChg>
      <pc:sldChg chg="add">
        <pc:chgData name="Roberto Esteves" userId="39f7bd680ac05156" providerId="LiveId" clId="{D9CD2A8E-D01D-4C38-AC90-B1E548DC75E2}" dt="2022-08-08T20:41:34.212" v="1052"/>
        <pc:sldMkLst>
          <pc:docMk/>
          <pc:sldMk cId="1844925350" sldId="878"/>
        </pc:sldMkLst>
      </pc:sldChg>
      <pc:sldChg chg="modSp add mod ord">
        <pc:chgData name="Roberto Esteves" userId="39f7bd680ac05156" providerId="LiveId" clId="{D9CD2A8E-D01D-4C38-AC90-B1E548DC75E2}" dt="2022-08-08T21:09:04.298" v="1092" actId="1076"/>
        <pc:sldMkLst>
          <pc:docMk/>
          <pc:sldMk cId="2155688941" sldId="879"/>
        </pc:sldMkLst>
        <pc:spChg chg="mod">
          <ac:chgData name="Roberto Esteves" userId="39f7bd680ac05156" providerId="LiveId" clId="{D9CD2A8E-D01D-4C38-AC90-B1E548DC75E2}" dt="2022-08-08T21:09:04.298" v="1092" actId="1076"/>
          <ac:spMkLst>
            <pc:docMk/>
            <pc:sldMk cId="2155688941" sldId="879"/>
            <ac:spMk id="6" creationId="{E7690B8B-4FE8-D3C4-118E-3703252050DF}"/>
          </ac:spMkLst>
        </pc:spChg>
      </pc:sldChg>
      <pc:sldChg chg="modSp new mod">
        <pc:chgData name="Roberto Esteves" userId="39f7bd680ac05156" providerId="LiveId" clId="{D9CD2A8E-D01D-4C38-AC90-B1E548DC75E2}" dt="2022-08-08T21:32:57.875" v="1202" actId="113"/>
        <pc:sldMkLst>
          <pc:docMk/>
          <pc:sldMk cId="812743198" sldId="880"/>
        </pc:sldMkLst>
        <pc:spChg chg="mod">
          <ac:chgData name="Roberto Esteves" userId="39f7bd680ac05156" providerId="LiveId" clId="{D9CD2A8E-D01D-4C38-AC90-B1E548DC75E2}" dt="2022-08-08T21:29:24.549" v="1114" actId="113"/>
          <ac:spMkLst>
            <pc:docMk/>
            <pc:sldMk cId="812743198" sldId="880"/>
            <ac:spMk id="2" creationId="{8FA05218-BB96-42E6-BE98-90770A30BBA8}"/>
          </ac:spMkLst>
        </pc:spChg>
        <pc:spChg chg="mod">
          <ac:chgData name="Roberto Esteves" userId="39f7bd680ac05156" providerId="LiveId" clId="{D9CD2A8E-D01D-4C38-AC90-B1E548DC75E2}" dt="2022-08-08T21:32:57.875" v="1202" actId="113"/>
          <ac:spMkLst>
            <pc:docMk/>
            <pc:sldMk cId="812743198" sldId="880"/>
            <ac:spMk id="3" creationId="{0F3713C1-AA28-0B9F-DCF3-E3F0603C5FDB}"/>
          </ac:spMkLst>
        </pc:spChg>
      </pc:sldChg>
      <pc:sldChg chg="modSp add mod">
        <pc:chgData name="Roberto Esteves" userId="39f7bd680ac05156" providerId="LiveId" clId="{D9CD2A8E-D01D-4C38-AC90-B1E548DC75E2}" dt="2022-08-08T21:39:40.378" v="1298" actId="113"/>
        <pc:sldMkLst>
          <pc:docMk/>
          <pc:sldMk cId="545120121" sldId="881"/>
        </pc:sldMkLst>
        <pc:spChg chg="mod">
          <ac:chgData name="Roberto Esteves" userId="39f7bd680ac05156" providerId="LiveId" clId="{D9CD2A8E-D01D-4C38-AC90-B1E548DC75E2}" dt="2022-08-08T21:39:40.378" v="1298" actId="113"/>
          <ac:spMkLst>
            <pc:docMk/>
            <pc:sldMk cId="545120121" sldId="881"/>
            <ac:spMk id="3" creationId="{0F3713C1-AA28-0B9F-DCF3-E3F0603C5FDB}"/>
          </ac:spMkLst>
        </pc:spChg>
      </pc:sldChg>
      <pc:sldChg chg="add">
        <pc:chgData name="Roberto Esteves" userId="39f7bd680ac05156" providerId="LiveId" clId="{D9CD2A8E-D01D-4C38-AC90-B1E548DC75E2}" dt="2022-08-08T21:40:21.413" v="1299"/>
        <pc:sldMkLst>
          <pc:docMk/>
          <pc:sldMk cId="1059940567" sldId="882"/>
        </pc:sldMkLst>
      </pc:sldChg>
      <pc:sldChg chg="modSp add mod">
        <pc:chgData name="Roberto Esteves" userId="39f7bd680ac05156" providerId="LiveId" clId="{D9CD2A8E-D01D-4C38-AC90-B1E548DC75E2}" dt="2022-08-09T23:10:54.573" v="1320" actId="20577"/>
        <pc:sldMkLst>
          <pc:docMk/>
          <pc:sldMk cId="45154726" sldId="883"/>
        </pc:sldMkLst>
        <pc:spChg chg="mod">
          <ac:chgData name="Roberto Esteves" userId="39f7bd680ac05156" providerId="LiveId" clId="{D9CD2A8E-D01D-4C38-AC90-B1E548DC75E2}" dt="2022-08-09T23:10:54.573" v="1320" actId="20577"/>
          <ac:spMkLst>
            <pc:docMk/>
            <pc:sldMk cId="45154726" sldId="883"/>
            <ac:spMk id="6" creationId="{E7690B8B-4FE8-D3C4-118E-3703252050DF}"/>
          </ac:spMkLst>
        </pc:spChg>
      </pc:sldChg>
      <pc:sldChg chg="modSp new mod">
        <pc:chgData name="Roberto Esteves" userId="39f7bd680ac05156" providerId="LiveId" clId="{D9CD2A8E-D01D-4C38-AC90-B1E548DC75E2}" dt="2022-08-09T23:13:06.747" v="1389" actId="1076"/>
        <pc:sldMkLst>
          <pc:docMk/>
          <pc:sldMk cId="2583933258" sldId="884"/>
        </pc:sldMkLst>
        <pc:spChg chg="mod">
          <ac:chgData name="Roberto Esteves" userId="39f7bd680ac05156" providerId="LiveId" clId="{D9CD2A8E-D01D-4C38-AC90-B1E548DC75E2}" dt="2022-08-09T23:11:28.569" v="1351" actId="113"/>
          <ac:spMkLst>
            <pc:docMk/>
            <pc:sldMk cId="2583933258" sldId="884"/>
            <ac:spMk id="2" creationId="{55DDC735-042A-F980-4DCF-0282B580DE07}"/>
          </ac:spMkLst>
        </pc:spChg>
        <pc:spChg chg="mod">
          <ac:chgData name="Roberto Esteves" userId="39f7bd680ac05156" providerId="LiveId" clId="{D9CD2A8E-D01D-4C38-AC90-B1E548DC75E2}" dt="2022-08-09T23:13:06.747" v="1389" actId="1076"/>
          <ac:spMkLst>
            <pc:docMk/>
            <pc:sldMk cId="2583933258" sldId="884"/>
            <ac:spMk id="3" creationId="{1D82C1FC-1FD1-8EEE-437B-4E3CC078F026}"/>
          </ac:spMkLst>
        </pc:spChg>
      </pc:sldChg>
      <pc:sldChg chg="modSp add mod">
        <pc:chgData name="Roberto Esteves" userId="39f7bd680ac05156" providerId="LiveId" clId="{D9CD2A8E-D01D-4C38-AC90-B1E548DC75E2}" dt="2022-08-09T23:14:31.699" v="1431" actId="14100"/>
        <pc:sldMkLst>
          <pc:docMk/>
          <pc:sldMk cId="3133511963" sldId="885"/>
        </pc:sldMkLst>
        <pc:spChg chg="mod">
          <ac:chgData name="Roberto Esteves" userId="39f7bd680ac05156" providerId="LiveId" clId="{D9CD2A8E-D01D-4C38-AC90-B1E548DC75E2}" dt="2022-08-09T23:14:31.699" v="1431" actId="14100"/>
          <ac:spMkLst>
            <pc:docMk/>
            <pc:sldMk cId="3133511963" sldId="885"/>
            <ac:spMk id="3" creationId="{1D82C1FC-1FD1-8EEE-437B-4E3CC078F026}"/>
          </ac:spMkLst>
        </pc:spChg>
      </pc:sldChg>
      <pc:sldChg chg="addSp delSp modSp new mod">
        <pc:chgData name="Roberto Esteves" userId="39f7bd680ac05156" providerId="LiveId" clId="{D9CD2A8E-D01D-4C38-AC90-B1E548DC75E2}" dt="2022-08-09T23:19:40.629" v="1438" actId="1076"/>
        <pc:sldMkLst>
          <pc:docMk/>
          <pc:sldMk cId="55620625" sldId="886"/>
        </pc:sldMkLst>
        <pc:spChg chg="del">
          <ac:chgData name="Roberto Esteves" userId="39f7bd680ac05156" providerId="LiveId" clId="{D9CD2A8E-D01D-4C38-AC90-B1E548DC75E2}" dt="2022-08-09T23:19:26.324" v="1434" actId="478"/>
          <ac:spMkLst>
            <pc:docMk/>
            <pc:sldMk cId="55620625" sldId="886"/>
            <ac:spMk id="2" creationId="{CA4FFD69-BBC5-7999-4911-B58F20A5312A}"/>
          </ac:spMkLst>
        </pc:spChg>
        <pc:picChg chg="add mod">
          <ac:chgData name="Roberto Esteves" userId="39f7bd680ac05156" providerId="LiveId" clId="{D9CD2A8E-D01D-4C38-AC90-B1E548DC75E2}" dt="2022-08-09T23:19:40.629" v="1438" actId="1076"/>
          <ac:picMkLst>
            <pc:docMk/>
            <pc:sldMk cId="55620625" sldId="886"/>
            <ac:picMk id="1026" creationId="{BACCC226-617B-4D73-F6E5-39240D13D475}"/>
          </ac:picMkLst>
        </pc:picChg>
      </pc:sldChg>
      <pc:sldChg chg="modSp add mod ord">
        <pc:chgData name="Roberto Esteves" userId="39f7bd680ac05156" providerId="LiveId" clId="{D9CD2A8E-D01D-4C38-AC90-B1E548DC75E2}" dt="2022-08-09T23:24:49.949" v="1480" actId="403"/>
        <pc:sldMkLst>
          <pc:docMk/>
          <pc:sldMk cId="1956171552" sldId="887"/>
        </pc:sldMkLst>
        <pc:spChg chg="mod">
          <ac:chgData name="Roberto Esteves" userId="39f7bd680ac05156" providerId="LiveId" clId="{D9CD2A8E-D01D-4C38-AC90-B1E548DC75E2}" dt="2022-08-09T23:24:49.949" v="1480" actId="403"/>
          <ac:spMkLst>
            <pc:docMk/>
            <pc:sldMk cId="1956171552" sldId="887"/>
            <ac:spMk id="3" creationId="{1D82C1FC-1FD1-8EEE-437B-4E3CC078F026}"/>
          </ac:spMkLst>
        </pc:spChg>
      </pc:sldChg>
      <pc:sldChg chg="modSp new mod">
        <pc:chgData name="Roberto Esteves" userId="39f7bd680ac05156" providerId="LiveId" clId="{D9CD2A8E-D01D-4C38-AC90-B1E548DC75E2}" dt="2022-08-09T23:32:10.083" v="1506" actId="1076"/>
        <pc:sldMkLst>
          <pc:docMk/>
          <pc:sldMk cId="943113881" sldId="888"/>
        </pc:sldMkLst>
        <pc:spChg chg="mod">
          <ac:chgData name="Roberto Esteves" userId="39f7bd680ac05156" providerId="LiveId" clId="{D9CD2A8E-D01D-4C38-AC90-B1E548DC75E2}" dt="2022-08-09T23:31:52.128" v="1495" actId="2711"/>
          <ac:spMkLst>
            <pc:docMk/>
            <pc:sldMk cId="943113881" sldId="888"/>
            <ac:spMk id="2" creationId="{5316DB3F-46F3-B861-C39D-AC9A15954A28}"/>
          </ac:spMkLst>
        </pc:spChg>
        <pc:spChg chg="mod">
          <ac:chgData name="Roberto Esteves" userId="39f7bd680ac05156" providerId="LiveId" clId="{D9CD2A8E-D01D-4C38-AC90-B1E548DC75E2}" dt="2022-08-09T23:32:10.083" v="1506" actId="1076"/>
          <ac:spMkLst>
            <pc:docMk/>
            <pc:sldMk cId="943113881" sldId="888"/>
            <ac:spMk id="3" creationId="{7EC186A0-C633-2B00-0A62-B242EB6E695D}"/>
          </ac:spMkLst>
        </pc:spChg>
      </pc:sldChg>
      <pc:sldChg chg="add">
        <pc:chgData name="Roberto Esteves" userId="39f7bd680ac05156" providerId="LiveId" clId="{D9CD2A8E-D01D-4C38-AC90-B1E548DC75E2}" dt="2022-08-09T23:36:17.527" v="1507"/>
        <pc:sldMkLst>
          <pc:docMk/>
          <pc:sldMk cId="65704269" sldId="889"/>
        </pc:sldMkLst>
      </pc:sldChg>
      <pc:sldChg chg="modSp add mod">
        <pc:chgData name="Roberto Esteves" userId="39f7bd680ac05156" providerId="LiveId" clId="{D9CD2A8E-D01D-4C38-AC90-B1E548DC75E2}" dt="2022-08-10T01:32:05.439" v="1509" actId="20577"/>
        <pc:sldMkLst>
          <pc:docMk/>
          <pc:sldMk cId="1868587193" sldId="890"/>
        </pc:sldMkLst>
        <pc:spChg chg="mod">
          <ac:chgData name="Roberto Esteves" userId="39f7bd680ac05156" providerId="LiveId" clId="{D9CD2A8E-D01D-4C38-AC90-B1E548DC75E2}" dt="2022-08-10T01:32:05.439" v="1509" actId="20577"/>
          <ac:spMkLst>
            <pc:docMk/>
            <pc:sldMk cId="1868587193" sldId="890"/>
            <ac:spMk id="4" creationId="{DDF39D78-5D71-4681-8E9C-535B25E5FA04}"/>
          </ac:spMkLst>
        </pc:spChg>
      </pc:sldChg>
      <pc:sldChg chg="modSp add mod">
        <pc:chgData name="Roberto Esteves" userId="39f7bd680ac05156" providerId="LiveId" clId="{D9CD2A8E-D01D-4C38-AC90-B1E548DC75E2}" dt="2022-08-12T00:16:08.449" v="1511" actId="20577"/>
        <pc:sldMkLst>
          <pc:docMk/>
          <pc:sldMk cId="3034780292" sldId="891"/>
        </pc:sldMkLst>
        <pc:spChg chg="mod">
          <ac:chgData name="Roberto Esteves" userId="39f7bd680ac05156" providerId="LiveId" clId="{D9CD2A8E-D01D-4C38-AC90-B1E548DC75E2}" dt="2022-08-12T00:16:08.449" v="1511" actId="20577"/>
          <ac:spMkLst>
            <pc:docMk/>
            <pc:sldMk cId="3034780292" sldId="891"/>
            <ac:spMk id="4" creationId="{DDF39D78-5D71-4681-8E9C-535B25E5FA04}"/>
          </ac:spMkLst>
        </pc:spChg>
      </pc:sldChg>
      <pc:sldChg chg="modSp new mod">
        <pc:chgData name="Roberto Esteves" userId="39f7bd680ac05156" providerId="LiveId" clId="{D9CD2A8E-D01D-4C38-AC90-B1E548DC75E2}" dt="2022-08-12T00:39:49.287" v="1609" actId="20577"/>
        <pc:sldMkLst>
          <pc:docMk/>
          <pc:sldMk cId="2250762720" sldId="892"/>
        </pc:sldMkLst>
        <pc:spChg chg="mod">
          <ac:chgData name="Roberto Esteves" userId="39f7bd680ac05156" providerId="LiveId" clId="{D9CD2A8E-D01D-4C38-AC90-B1E548DC75E2}" dt="2022-08-12T00:38:37.621" v="1513"/>
          <ac:spMkLst>
            <pc:docMk/>
            <pc:sldMk cId="2250762720" sldId="892"/>
            <ac:spMk id="2" creationId="{6B0ED5DD-0297-E47D-6E6F-58BA99420697}"/>
          </ac:spMkLst>
        </pc:spChg>
        <pc:spChg chg="mod">
          <ac:chgData name="Roberto Esteves" userId="39f7bd680ac05156" providerId="LiveId" clId="{D9CD2A8E-D01D-4C38-AC90-B1E548DC75E2}" dt="2022-08-12T00:39:49.287" v="1609" actId="20577"/>
          <ac:spMkLst>
            <pc:docMk/>
            <pc:sldMk cId="2250762720" sldId="892"/>
            <ac:spMk id="3" creationId="{0D6F82B6-ED5B-901C-E520-FEBDF9AA14D3}"/>
          </ac:spMkLst>
        </pc:spChg>
      </pc:sldChg>
      <pc:sldChg chg="modSp add mod">
        <pc:chgData name="Roberto Esteves" userId="39f7bd680ac05156" providerId="LiveId" clId="{D9CD2A8E-D01D-4C38-AC90-B1E548DC75E2}" dt="2022-08-12T01:04:50.724" v="1965" actId="14100"/>
        <pc:sldMkLst>
          <pc:docMk/>
          <pc:sldMk cId="2975247251" sldId="893"/>
        </pc:sldMkLst>
        <pc:spChg chg="mod">
          <ac:chgData name="Roberto Esteves" userId="39f7bd680ac05156" providerId="LiveId" clId="{D9CD2A8E-D01D-4C38-AC90-B1E548DC75E2}" dt="2022-08-12T01:04:50.724" v="1965" actId="14100"/>
          <ac:spMkLst>
            <pc:docMk/>
            <pc:sldMk cId="2975247251" sldId="893"/>
            <ac:spMk id="3" creationId="{0D6F82B6-ED5B-901C-E520-FEBDF9AA14D3}"/>
          </ac:spMkLst>
        </pc:spChg>
      </pc:sldChg>
      <pc:sldChg chg="addSp modSp new mod">
        <pc:chgData name="Roberto Esteves" userId="39f7bd680ac05156" providerId="LiveId" clId="{D9CD2A8E-D01D-4C38-AC90-B1E548DC75E2}" dt="2022-08-12T00:43:58.958" v="1898" actId="1076"/>
        <pc:sldMkLst>
          <pc:docMk/>
          <pc:sldMk cId="2161277800" sldId="894"/>
        </pc:sldMkLst>
        <pc:graphicFrameChg chg="add mod modGraphic">
          <ac:chgData name="Roberto Esteves" userId="39f7bd680ac05156" providerId="LiveId" clId="{D9CD2A8E-D01D-4C38-AC90-B1E548DC75E2}" dt="2022-08-12T00:43:58.958" v="1898" actId="1076"/>
          <ac:graphicFrameMkLst>
            <pc:docMk/>
            <pc:sldMk cId="2161277800" sldId="894"/>
            <ac:graphicFrameMk id="2" creationId="{948F562F-F2B6-39DC-F762-9944D903D18D}"/>
          </ac:graphicFrameMkLst>
        </pc:graphicFrameChg>
      </pc:sldChg>
      <pc:sldChg chg="modSp add mod ord">
        <pc:chgData name="Roberto Esteves" userId="39f7bd680ac05156" providerId="LiveId" clId="{D9CD2A8E-D01D-4C38-AC90-B1E548DC75E2}" dt="2022-08-12T01:04:06.991" v="1960" actId="20577"/>
        <pc:sldMkLst>
          <pc:docMk/>
          <pc:sldMk cId="361264420" sldId="895"/>
        </pc:sldMkLst>
        <pc:spChg chg="mod">
          <ac:chgData name="Roberto Esteves" userId="39f7bd680ac05156" providerId="LiveId" clId="{D9CD2A8E-D01D-4C38-AC90-B1E548DC75E2}" dt="2022-08-12T01:04:06.991" v="1960" actId="20577"/>
          <ac:spMkLst>
            <pc:docMk/>
            <pc:sldMk cId="361264420" sldId="895"/>
            <ac:spMk id="3" creationId="{0D6F82B6-ED5B-901C-E520-FEBDF9AA14D3}"/>
          </ac:spMkLst>
        </pc:spChg>
      </pc:sldChg>
      <pc:sldChg chg="modSp add mod">
        <pc:chgData name="Roberto Esteves" userId="39f7bd680ac05156" providerId="LiveId" clId="{D9CD2A8E-D01D-4C38-AC90-B1E548DC75E2}" dt="2022-08-12T01:05:23.600" v="1973" actId="27636"/>
        <pc:sldMkLst>
          <pc:docMk/>
          <pc:sldMk cId="4138409086" sldId="896"/>
        </pc:sldMkLst>
        <pc:spChg chg="mod">
          <ac:chgData name="Roberto Esteves" userId="39f7bd680ac05156" providerId="LiveId" clId="{D9CD2A8E-D01D-4C38-AC90-B1E548DC75E2}" dt="2022-08-12T01:05:23.600" v="1973" actId="27636"/>
          <ac:spMkLst>
            <pc:docMk/>
            <pc:sldMk cId="4138409086" sldId="896"/>
            <ac:spMk id="3" creationId="{0D6F82B6-ED5B-901C-E520-FEBDF9AA14D3}"/>
          </ac:spMkLst>
        </pc:spChg>
      </pc:sldChg>
      <pc:sldChg chg="add">
        <pc:chgData name="Roberto Esteves" userId="39f7bd680ac05156" providerId="LiveId" clId="{D9CD2A8E-D01D-4C38-AC90-B1E548DC75E2}" dt="2022-08-12T01:07:36.240" v="1974" actId="2890"/>
        <pc:sldMkLst>
          <pc:docMk/>
          <pc:sldMk cId="2141722076" sldId="897"/>
        </pc:sldMkLst>
      </pc:sldChg>
      <pc:sldChg chg="add">
        <pc:chgData name="Roberto Esteves" userId="39f7bd680ac05156" providerId="LiveId" clId="{D9CD2A8E-D01D-4C38-AC90-B1E548DC75E2}" dt="2022-08-15T23:39:18.832" v="1975"/>
        <pc:sldMkLst>
          <pc:docMk/>
          <pc:sldMk cId="2351480034" sldId="898"/>
        </pc:sldMkLst>
      </pc:sldChg>
      <pc:sldChg chg="modSp add mod">
        <pc:chgData name="Roberto Esteves" userId="39f7bd680ac05156" providerId="LiveId" clId="{D9CD2A8E-D01D-4C38-AC90-B1E548DC75E2}" dt="2022-08-15T23:51:30.097" v="1977" actId="20577"/>
        <pc:sldMkLst>
          <pc:docMk/>
          <pc:sldMk cId="1503685355" sldId="899"/>
        </pc:sldMkLst>
        <pc:spChg chg="mod">
          <ac:chgData name="Roberto Esteves" userId="39f7bd680ac05156" providerId="LiveId" clId="{D9CD2A8E-D01D-4C38-AC90-B1E548DC75E2}" dt="2022-08-15T23:51:30.097" v="1977" actId="20577"/>
          <ac:spMkLst>
            <pc:docMk/>
            <pc:sldMk cId="1503685355" sldId="899"/>
            <ac:spMk id="4" creationId="{DDF39D78-5D71-4681-8E9C-535B25E5FA04}"/>
          </ac:spMkLst>
        </pc:spChg>
      </pc:sldChg>
      <pc:sldChg chg="add">
        <pc:chgData name="Roberto Esteves" userId="39f7bd680ac05156" providerId="LiveId" clId="{D9CD2A8E-D01D-4C38-AC90-B1E548DC75E2}" dt="2022-08-15T23:55:19.671" v="1978"/>
        <pc:sldMkLst>
          <pc:docMk/>
          <pc:sldMk cId="1754421608" sldId="900"/>
        </pc:sldMkLst>
      </pc:sldChg>
      <pc:sldChg chg="modSp add mod">
        <pc:chgData name="Roberto Esteves" userId="39f7bd680ac05156" providerId="LiveId" clId="{D9CD2A8E-D01D-4C38-AC90-B1E548DC75E2}" dt="2022-08-15T23:55:40.642" v="1994" actId="2711"/>
        <pc:sldMkLst>
          <pc:docMk/>
          <pc:sldMk cId="3580635783" sldId="901"/>
        </pc:sldMkLst>
        <pc:spChg chg="mod">
          <ac:chgData name="Roberto Esteves" userId="39f7bd680ac05156" providerId="LiveId" clId="{D9CD2A8E-D01D-4C38-AC90-B1E548DC75E2}" dt="2022-08-15T23:55:40.642" v="1994" actId="2711"/>
          <ac:spMkLst>
            <pc:docMk/>
            <pc:sldMk cId="3580635783" sldId="901"/>
            <ac:spMk id="6" creationId="{E7690B8B-4FE8-D3C4-118E-3703252050DF}"/>
          </ac:spMkLst>
        </pc:spChg>
      </pc:sldChg>
      <pc:sldChg chg="modSp add mod ord">
        <pc:chgData name="Roberto Esteves" userId="39f7bd680ac05156" providerId="LiveId" clId="{D9CD2A8E-D01D-4C38-AC90-B1E548DC75E2}" dt="2022-08-15T23:57:13.054" v="2105" actId="20577"/>
        <pc:sldMkLst>
          <pc:docMk/>
          <pc:sldMk cId="984647303" sldId="902"/>
        </pc:sldMkLst>
        <pc:spChg chg="mod">
          <ac:chgData name="Roberto Esteves" userId="39f7bd680ac05156" providerId="LiveId" clId="{D9CD2A8E-D01D-4C38-AC90-B1E548DC75E2}" dt="2022-08-15T23:57:13.054" v="2105" actId="20577"/>
          <ac:spMkLst>
            <pc:docMk/>
            <pc:sldMk cId="984647303" sldId="902"/>
            <ac:spMk id="2" creationId="{6B0ED5DD-0297-E47D-6E6F-58BA99420697}"/>
          </ac:spMkLst>
        </pc:spChg>
        <pc:spChg chg="mod">
          <ac:chgData name="Roberto Esteves" userId="39f7bd680ac05156" providerId="LiveId" clId="{D9CD2A8E-D01D-4C38-AC90-B1E548DC75E2}" dt="2022-08-15T23:57:05.714" v="2079" actId="27636"/>
          <ac:spMkLst>
            <pc:docMk/>
            <pc:sldMk cId="984647303" sldId="902"/>
            <ac:spMk id="3" creationId="{0D6F82B6-ED5B-901C-E520-FEBDF9AA14D3}"/>
          </ac:spMkLst>
        </pc:spChg>
      </pc:sldChg>
      <pc:sldChg chg="addSp modSp add mod">
        <pc:chgData name="Roberto Esteves" userId="39f7bd680ac05156" providerId="LiveId" clId="{D9CD2A8E-D01D-4C38-AC90-B1E548DC75E2}" dt="2022-08-16T00:00:07.896" v="2167" actId="1076"/>
        <pc:sldMkLst>
          <pc:docMk/>
          <pc:sldMk cId="3570322684" sldId="903"/>
        </pc:sldMkLst>
        <pc:spChg chg="mod">
          <ac:chgData name="Roberto Esteves" userId="39f7bd680ac05156" providerId="LiveId" clId="{D9CD2A8E-D01D-4C38-AC90-B1E548DC75E2}" dt="2022-08-15T23:58:25.345" v="2112" actId="2711"/>
          <ac:spMkLst>
            <pc:docMk/>
            <pc:sldMk cId="3570322684" sldId="903"/>
            <ac:spMk id="2" creationId="{6B0ED5DD-0297-E47D-6E6F-58BA99420697}"/>
          </ac:spMkLst>
        </pc:spChg>
        <pc:spChg chg="mod">
          <ac:chgData name="Roberto Esteves" userId="39f7bd680ac05156" providerId="LiveId" clId="{D9CD2A8E-D01D-4C38-AC90-B1E548DC75E2}" dt="2022-08-15T23:59:14.569" v="2124" actId="14100"/>
          <ac:spMkLst>
            <pc:docMk/>
            <pc:sldMk cId="3570322684" sldId="903"/>
            <ac:spMk id="3" creationId="{0D6F82B6-ED5B-901C-E520-FEBDF9AA14D3}"/>
          </ac:spMkLst>
        </pc:spChg>
        <pc:spChg chg="add mod">
          <ac:chgData name="Roberto Esteves" userId="39f7bd680ac05156" providerId="LiveId" clId="{D9CD2A8E-D01D-4C38-AC90-B1E548DC75E2}" dt="2022-08-16T00:00:06.030" v="2166" actId="1076"/>
          <ac:spMkLst>
            <pc:docMk/>
            <pc:sldMk cId="3570322684" sldId="903"/>
            <ac:spMk id="5" creationId="{27F73DF8-CE77-995B-56A9-B95FF1FFB928}"/>
          </ac:spMkLst>
        </pc:spChg>
        <pc:picChg chg="add mod">
          <ac:chgData name="Roberto Esteves" userId="39f7bd680ac05156" providerId="LiveId" clId="{D9CD2A8E-D01D-4C38-AC90-B1E548DC75E2}" dt="2022-08-16T00:00:07.896" v="2167" actId="1076"/>
          <ac:picMkLst>
            <pc:docMk/>
            <pc:sldMk cId="3570322684" sldId="903"/>
            <ac:picMk id="1026" creationId="{8222B6F2-1F15-5172-E3E9-6B6CF38395B7}"/>
          </ac:picMkLst>
        </pc:picChg>
      </pc:sldChg>
      <pc:sldChg chg="addSp delSp modSp new mod">
        <pc:chgData name="Roberto Esteves" userId="39f7bd680ac05156" providerId="LiveId" clId="{D9CD2A8E-D01D-4C38-AC90-B1E548DC75E2}" dt="2022-08-16T00:00:46.639" v="2174"/>
        <pc:sldMkLst>
          <pc:docMk/>
          <pc:sldMk cId="3268003125" sldId="904"/>
        </pc:sldMkLst>
        <pc:spChg chg="mod">
          <ac:chgData name="Roberto Esteves" userId="39f7bd680ac05156" providerId="LiveId" clId="{D9CD2A8E-D01D-4C38-AC90-B1E548DC75E2}" dt="2022-08-16T00:00:46.639" v="2174"/>
          <ac:spMkLst>
            <pc:docMk/>
            <pc:sldMk cId="3268003125" sldId="904"/>
            <ac:spMk id="2" creationId="{625659DD-C8B8-B76A-0BE6-F0F71241A435}"/>
          </ac:spMkLst>
        </pc:spChg>
        <pc:spChg chg="del">
          <ac:chgData name="Roberto Esteves" userId="39f7bd680ac05156" providerId="LiveId" clId="{D9CD2A8E-D01D-4C38-AC90-B1E548DC75E2}" dt="2022-08-16T00:00:32.546" v="2169"/>
          <ac:spMkLst>
            <pc:docMk/>
            <pc:sldMk cId="3268003125" sldId="904"/>
            <ac:spMk id="3" creationId="{7779F469-87AC-E483-FF54-1DBB78D8BF27}"/>
          </ac:spMkLst>
        </pc:spChg>
        <pc:picChg chg="add mod">
          <ac:chgData name="Roberto Esteves" userId="39f7bd680ac05156" providerId="LiveId" clId="{D9CD2A8E-D01D-4C38-AC90-B1E548DC75E2}" dt="2022-08-16T00:00:39.247" v="2173" actId="1076"/>
          <ac:picMkLst>
            <pc:docMk/>
            <pc:sldMk cId="3268003125" sldId="904"/>
            <ac:picMk id="2050" creationId="{F3B5FB36-261F-8919-C07A-79BBBA97749B}"/>
          </ac:picMkLst>
        </pc:picChg>
      </pc:sldChg>
      <pc:sldChg chg="modSp add mod ord">
        <pc:chgData name="Roberto Esteves" userId="39f7bd680ac05156" providerId="LiveId" clId="{D9CD2A8E-D01D-4C38-AC90-B1E548DC75E2}" dt="2022-08-16T00:03:37.473" v="2212" actId="113"/>
        <pc:sldMkLst>
          <pc:docMk/>
          <pc:sldMk cId="1836399406" sldId="905"/>
        </pc:sldMkLst>
        <pc:spChg chg="mod">
          <ac:chgData name="Roberto Esteves" userId="39f7bd680ac05156" providerId="LiveId" clId="{D9CD2A8E-D01D-4C38-AC90-B1E548DC75E2}" dt="2022-08-16T00:01:55.778" v="2184" actId="113"/>
          <ac:spMkLst>
            <pc:docMk/>
            <pc:sldMk cId="1836399406" sldId="905"/>
            <ac:spMk id="2" creationId="{6B0ED5DD-0297-E47D-6E6F-58BA99420697}"/>
          </ac:spMkLst>
        </pc:spChg>
        <pc:spChg chg="mod">
          <ac:chgData name="Roberto Esteves" userId="39f7bd680ac05156" providerId="LiveId" clId="{D9CD2A8E-D01D-4C38-AC90-B1E548DC75E2}" dt="2022-08-16T00:03:37.473" v="2212" actId="113"/>
          <ac:spMkLst>
            <pc:docMk/>
            <pc:sldMk cId="1836399406" sldId="905"/>
            <ac:spMk id="3" creationId="{0D6F82B6-ED5B-901C-E520-FEBDF9AA14D3}"/>
          </ac:spMkLst>
        </pc:spChg>
      </pc:sldChg>
      <pc:sldChg chg="modSp add del mod">
        <pc:chgData name="Roberto Esteves" userId="39f7bd680ac05156" providerId="LiveId" clId="{D9CD2A8E-D01D-4C38-AC90-B1E548DC75E2}" dt="2022-08-16T03:07:34.456" v="2276" actId="47"/>
        <pc:sldMkLst>
          <pc:docMk/>
          <pc:sldMk cId="1903930761" sldId="906"/>
        </pc:sldMkLst>
        <pc:spChg chg="mod">
          <ac:chgData name="Roberto Esteves" userId="39f7bd680ac05156" providerId="LiveId" clId="{D9CD2A8E-D01D-4C38-AC90-B1E548DC75E2}" dt="2022-08-16T00:05:46.803" v="2274" actId="255"/>
          <ac:spMkLst>
            <pc:docMk/>
            <pc:sldMk cId="1903930761" sldId="906"/>
            <ac:spMk id="2" creationId="{6B0ED5DD-0297-E47D-6E6F-58BA99420697}"/>
          </ac:spMkLst>
        </pc:spChg>
      </pc:sldChg>
      <pc:sldChg chg="add">
        <pc:chgData name="Roberto Esteves" userId="39f7bd680ac05156" providerId="LiveId" clId="{D9CD2A8E-D01D-4C38-AC90-B1E548DC75E2}" dt="2022-08-16T00:18:59.046" v="2275"/>
        <pc:sldMkLst>
          <pc:docMk/>
          <pc:sldMk cId="3505652790" sldId="907"/>
        </pc:sldMkLst>
      </pc:sldChg>
      <pc:sldChg chg="modSp add mod">
        <pc:chgData name="Roberto Esteves" userId="39f7bd680ac05156" providerId="LiveId" clId="{D9CD2A8E-D01D-4C38-AC90-B1E548DC75E2}" dt="2022-08-17T00:59:49.577" v="2280" actId="404"/>
        <pc:sldMkLst>
          <pc:docMk/>
          <pc:sldMk cId="2533279484" sldId="908"/>
        </pc:sldMkLst>
        <pc:spChg chg="mod">
          <ac:chgData name="Roberto Esteves" userId="39f7bd680ac05156" providerId="LiveId" clId="{D9CD2A8E-D01D-4C38-AC90-B1E548DC75E2}" dt="2022-08-17T00:59:49.577" v="2280" actId="404"/>
          <ac:spMkLst>
            <pc:docMk/>
            <pc:sldMk cId="2533279484" sldId="908"/>
            <ac:spMk id="4" creationId="{DDF39D78-5D71-4681-8E9C-535B25E5FA04}"/>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ata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CCF55B-6BC7-4B2A-9817-76157C60BC5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DCA5301-07F0-4AEA-A1C0-7E89BDBC0294}">
      <dgm:prSet custT="1"/>
      <dgm:spPr/>
      <dgm:t>
        <a:bodyPr/>
        <a:lstStyle/>
        <a:p>
          <a:pPr>
            <a:lnSpc>
              <a:spcPct val="100000"/>
            </a:lnSpc>
          </a:pPr>
          <a:r>
            <a:rPr lang="es-ES" sz="3200" b="0" i="0" dirty="0">
              <a:latin typeface="Abadi Extra Light" panose="020B0204020104020204" pitchFamily="34" charset="0"/>
              <a:ea typeface="Roboto" panose="02000000000000000000" pitchFamily="2" charset="0"/>
            </a:rPr>
            <a:t>El tiempo dedicado a la limpieza es vital, ya que el análisis de datos sucios puede llevarle a sacar conclusiones inexactas. </a:t>
          </a:r>
          <a:endParaRPr lang="en-US" sz="3200" dirty="0">
            <a:latin typeface="Abadi Extra Light" panose="020B0204020104020204" pitchFamily="34" charset="0"/>
            <a:ea typeface="Roboto" panose="02000000000000000000" pitchFamily="2" charset="0"/>
          </a:endParaRPr>
        </a:p>
      </dgm:t>
    </dgm:pt>
    <dgm:pt modelId="{51F56B92-1744-4B2C-AE8E-2BCFB59EEB51}" type="parTrans" cxnId="{C7217000-C4ED-4193-AE39-03B398CF3667}">
      <dgm:prSet/>
      <dgm:spPr/>
      <dgm:t>
        <a:bodyPr/>
        <a:lstStyle/>
        <a:p>
          <a:endParaRPr lang="en-US"/>
        </a:p>
      </dgm:t>
    </dgm:pt>
    <dgm:pt modelId="{6D95E26C-82F7-4832-BF4C-0B47629430E3}" type="sibTrans" cxnId="{C7217000-C4ED-4193-AE39-03B398CF3667}">
      <dgm:prSet/>
      <dgm:spPr/>
      <dgm:t>
        <a:bodyPr/>
        <a:lstStyle/>
        <a:p>
          <a:endParaRPr lang="en-US"/>
        </a:p>
      </dgm:t>
    </dgm:pt>
    <dgm:pt modelId="{AB039E65-393E-4F3D-BBC4-39953235821F}">
      <dgm:prSet custT="1"/>
      <dgm:spPr/>
      <dgm:t>
        <a:bodyPr/>
        <a:lstStyle/>
        <a:p>
          <a:pPr>
            <a:lnSpc>
              <a:spcPct val="100000"/>
            </a:lnSpc>
          </a:pPr>
          <a:r>
            <a:rPr lang="es-ES" sz="3200" b="0" i="0" dirty="0">
              <a:latin typeface="Abadi Extra Light" panose="020B0204020104020204" pitchFamily="34" charset="0"/>
              <a:ea typeface="Roboto" panose="02000000000000000000" pitchFamily="2" charset="0"/>
            </a:rPr>
            <a:t>Sin una limpieza adecuada de los datos, los resultados de cualquier análisis de datos o modelo de aprendizaje automático podrían ser inexactos. </a:t>
          </a:r>
          <a:endParaRPr lang="en-US" sz="3200" dirty="0">
            <a:latin typeface="Abadi Extra Light" panose="020B0204020104020204" pitchFamily="34" charset="0"/>
            <a:ea typeface="Roboto" panose="02000000000000000000" pitchFamily="2" charset="0"/>
          </a:endParaRPr>
        </a:p>
      </dgm:t>
    </dgm:pt>
    <dgm:pt modelId="{C0E68B6A-290B-4864-9CF7-0E63A401FDBC}" type="parTrans" cxnId="{D1353904-4ECD-4F51-A6DA-348B77178ABB}">
      <dgm:prSet/>
      <dgm:spPr/>
      <dgm:t>
        <a:bodyPr/>
        <a:lstStyle/>
        <a:p>
          <a:endParaRPr lang="en-US"/>
        </a:p>
      </dgm:t>
    </dgm:pt>
    <dgm:pt modelId="{58C3B313-8A44-4E1B-98E3-BA0F18FE2192}" type="sibTrans" cxnId="{D1353904-4ECD-4F51-A6DA-348B77178ABB}">
      <dgm:prSet/>
      <dgm:spPr/>
      <dgm:t>
        <a:bodyPr/>
        <a:lstStyle/>
        <a:p>
          <a:endParaRPr lang="en-US"/>
        </a:p>
      </dgm:t>
    </dgm:pt>
    <dgm:pt modelId="{CA58A4C3-8517-4CF2-80E7-75223A07F2E8}" type="pres">
      <dgm:prSet presAssocID="{FACCF55B-6BC7-4B2A-9817-76157C60BC54}" presName="root" presStyleCnt="0">
        <dgm:presLayoutVars>
          <dgm:dir/>
          <dgm:resizeHandles val="exact"/>
        </dgm:presLayoutVars>
      </dgm:prSet>
      <dgm:spPr/>
    </dgm:pt>
    <dgm:pt modelId="{68915724-4993-41DA-91B8-0F797173091E}" type="pres">
      <dgm:prSet presAssocID="{3DCA5301-07F0-4AEA-A1C0-7E89BDBC0294}" presName="compNode" presStyleCnt="0"/>
      <dgm:spPr/>
    </dgm:pt>
    <dgm:pt modelId="{6ABAF3FD-D5DD-4BF6-8C78-E20ABF9B3FDC}" type="pres">
      <dgm:prSet presAssocID="{3DCA5301-07F0-4AEA-A1C0-7E89BDBC0294}" presName="bgRect" presStyleLbl="bgShp" presStyleIdx="0" presStyleCnt="2" custLinFactNeighborX="-806" custLinFactNeighborY="-1503"/>
      <dgm:spPr/>
    </dgm:pt>
    <dgm:pt modelId="{B164091B-5095-412D-925C-2BFF05249224}" type="pres">
      <dgm:prSet presAssocID="{3DCA5301-07F0-4AEA-A1C0-7E89BDBC029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p and bucket"/>
        </a:ext>
      </dgm:extLst>
    </dgm:pt>
    <dgm:pt modelId="{518B405E-039A-4094-84B1-3EB40092DA3E}" type="pres">
      <dgm:prSet presAssocID="{3DCA5301-07F0-4AEA-A1C0-7E89BDBC0294}" presName="spaceRect" presStyleCnt="0"/>
      <dgm:spPr/>
    </dgm:pt>
    <dgm:pt modelId="{B769E999-2CE0-4ABB-BC17-AA72E3F067E8}" type="pres">
      <dgm:prSet presAssocID="{3DCA5301-07F0-4AEA-A1C0-7E89BDBC0294}" presName="parTx" presStyleLbl="revTx" presStyleIdx="0" presStyleCnt="2">
        <dgm:presLayoutVars>
          <dgm:chMax val="0"/>
          <dgm:chPref val="0"/>
        </dgm:presLayoutVars>
      </dgm:prSet>
      <dgm:spPr/>
    </dgm:pt>
    <dgm:pt modelId="{F616559D-3560-4E7B-9FDA-ABBBAE5F9C24}" type="pres">
      <dgm:prSet presAssocID="{6D95E26C-82F7-4832-BF4C-0B47629430E3}" presName="sibTrans" presStyleCnt="0"/>
      <dgm:spPr/>
    </dgm:pt>
    <dgm:pt modelId="{970836AD-7958-43ED-84CE-681D03ADF963}" type="pres">
      <dgm:prSet presAssocID="{AB039E65-393E-4F3D-BBC4-39953235821F}" presName="compNode" presStyleCnt="0"/>
      <dgm:spPr/>
    </dgm:pt>
    <dgm:pt modelId="{0C6A924A-847E-446C-A8C7-467159938560}" type="pres">
      <dgm:prSet presAssocID="{AB039E65-393E-4F3D-BBC4-39953235821F}" presName="bgRect" presStyleLbl="bgShp" presStyleIdx="1" presStyleCnt="2"/>
      <dgm:spPr/>
    </dgm:pt>
    <dgm:pt modelId="{234B3370-ADEE-4521-8C19-8E5CD42C05E8}" type="pres">
      <dgm:prSet presAssocID="{AB039E65-393E-4F3D-BBC4-39953235821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vabo"/>
        </a:ext>
      </dgm:extLst>
    </dgm:pt>
    <dgm:pt modelId="{590AE42A-91CA-4D42-94D9-60C0686D3E82}" type="pres">
      <dgm:prSet presAssocID="{AB039E65-393E-4F3D-BBC4-39953235821F}" presName="spaceRect" presStyleCnt="0"/>
      <dgm:spPr/>
    </dgm:pt>
    <dgm:pt modelId="{5BE09583-4169-4BD8-8683-F26659F35F3C}" type="pres">
      <dgm:prSet presAssocID="{AB039E65-393E-4F3D-BBC4-39953235821F}" presName="parTx" presStyleLbl="revTx" presStyleIdx="1" presStyleCnt="2">
        <dgm:presLayoutVars>
          <dgm:chMax val="0"/>
          <dgm:chPref val="0"/>
        </dgm:presLayoutVars>
      </dgm:prSet>
      <dgm:spPr/>
    </dgm:pt>
  </dgm:ptLst>
  <dgm:cxnLst>
    <dgm:cxn modelId="{C7217000-C4ED-4193-AE39-03B398CF3667}" srcId="{FACCF55B-6BC7-4B2A-9817-76157C60BC54}" destId="{3DCA5301-07F0-4AEA-A1C0-7E89BDBC0294}" srcOrd="0" destOrd="0" parTransId="{51F56B92-1744-4B2C-AE8E-2BCFB59EEB51}" sibTransId="{6D95E26C-82F7-4832-BF4C-0B47629430E3}"/>
    <dgm:cxn modelId="{D1353904-4ECD-4F51-A6DA-348B77178ABB}" srcId="{FACCF55B-6BC7-4B2A-9817-76157C60BC54}" destId="{AB039E65-393E-4F3D-BBC4-39953235821F}" srcOrd="1" destOrd="0" parTransId="{C0E68B6A-290B-4864-9CF7-0E63A401FDBC}" sibTransId="{58C3B313-8A44-4E1B-98E3-BA0F18FE2192}"/>
    <dgm:cxn modelId="{A96EB727-6757-4D76-8072-F7A4CE3E84E1}" type="presOf" srcId="{FACCF55B-6BC7-4B2A-9817-76157C60BC54}" destId="{CA58A4C3-8517-4CF2-80E7-75223A07F2E8}" srcOrd="0" destOrd="0" presId="urn:microsoft.com/office/officeart/2018/2/layout/IconVerticalSolidList"/>
    <dgm:cxn modelId="{0A233E54-D24A-4C18-BAB6-370CE240BB51}" type="presOf" srcId="{3DCA5301-07F0-4AEA-A1C0-7E89BDBC0294}" destId="{B769E999-2CE0-4ABB-BC17-AA72E3F067E8}" srcOrd="0" destOrd="0" presId="urn:microsoft.com/office/officeart/2018/2/layout/IconVerticalSolidList"/>
    <dgm:cxn modelId="{7E1738FA-8E8D-421B-AA7E-54FCB7E28E8D}" type="presOf" srcId="{AB039E65-393E-4F3D-BBC4-39953235821F}" destId="{5BE09583-4169-4BD8-8683-F26659F35F3C}" srcOrd="0" destOrd="0" presId="urn:microsoft.com/office/officeart/2018/2/layout/IconVerticalSolidList"/>
    <dgm:cxn modelId="{76FF13FD-8A83-4E5D-837B-24D6C5B9B848}" type="presParOf" srcId="{CA58A4C3-8517-4CF2-80E7-75223A07F2E8}" destId="{68915724-4993-41DA-91B8-0F797173091E}" srcOrd="0" destOrd="0" presId="urn:microsoft.com/office/officeart/2018/2/layout/IconVerticalSolidList"/>
    <dgm:cxn modelId="{91245ED7-0B90-4E82-AC99-04F1B63775F1}" type="presParOf" srcId="{68915724-4993-41DA-91B8-0F797173091E}" destId="{6ABAF3FD-D5DD-4BF6-8C78-E20ABF9B3FDC}" srcOrd="0" destOrd="0" presId="urn:microsoft.com/office/officeart/2018/2/layout/IconVerticalSolidList"/>
    <dgm:cxn modelId="{4C6DACDA-BB88-4E70-A13A-6BBF6DB64EB2}" type="presParOf" srcId="{68915724-4993-41DA-91B8-0F797173091E}" destId="{B164091B-5095-412D-925C-2BFF05249224}" srcOrd="1" destOrd="0" presId="urn:microsoft.com/office/officeart/2018/2/layout/IconVerticalSolidList"/>
    <dgm:cxn modelId="{B077335C-5334-4035-94B2-1BA68A2614A1}" type="presParOf" srcId="{68915724-4993-41DA-91B8-0F797173091E}" destId="{518B405E-039A-4094-84B1-3EB40092DA3E}" srcOrd="2" destOrd="0" presId="urn:microsoft.com/office/officeart/2018/2/layout/IconVerticalSolidList"/>
    <dgm:cxn modelId="{48677C20-BC43-417A-B098-FDF98FC4C356}" type="presParOf" srcId="{68915724-4993-41DA-91B8-0F797173091E}" destId="{B769E999-2CE0-4ABB-BC17-AA72E3F067E8}" srcOrd="3" destOrd="0" presId="urn:microsoft.com/office/officeart/2018/2/layout/IconVerticalSolidList"/>
    <dgm:cxn modelId="{12A1C170-3122-4262-9D2C-53A1FB18035E}" type="presParOf" srcId="{CA58A4C3-8517-4CF2-80E7-75223A07F2E8}" destId="{F616559D-3560-4E7B-9FDA-ABBBAE5F9C24}" srcOrd="1" destOrd="0" presId="urn:microsoft.com/office/officeart/2018/2/layout/IconVerticalSolidList"/>
    <dgm:cxn modelId="{2A63CE93-0484-42A4-9345-8B8E0B7B4466}" type="presParOf" srcId="{CA58A4C3-8517-4CF2-80E7-75223A07F2E8}" destId="{970836AD-7958-43ED-84CE-681D03ADF963}" srcOrd="2" destOrd="0" presId="urn:microsoft.com/office/officeart/2018/2/layout/IconVerticalSolidList"/>
    <dgm:cxn modelId="{B9799311-55C1-485D-8A68-B102713A286F}" type="presParOf" srcId="{970836AD-7958-43ED-84CE-681D03ADF963}" destId="{0C6A924A-847E-446C-A8C7-467159938560}" srcOrd="0" destOrd="0" presId="urn:microsoft.com/office/officeart/2018/2/layout/IconVerticalSolidList"/>
    <dgm:cxn modelId="{A9066345-42C4-4226-98D3-F5F2664754B4}" type="presParOf" srcId="{970836AD-7958-43ED-84CE-681D03ADF963}" destId="{234B3370-ADEE-4521-8C19-8E5CD42C05E8}" srcOrd="1" destOrd="0" presId="urn:microsoft.com/office/officeart/2018/2/layout/IconVerticalSolidList"/>
    <dgm:cxn modelId="{CC6065A3-82C2-45B2-9F4F-8C6425D482B8}" type="presParOf" srcId="{970836AD-7958-43ED-84CE-681D03ADF963}" destId="{590AE42A-91CA-4D42-94D9-60C0686D3E82}" srcOrd="2" destOrd="0" presId="urn:microsoft.com/office/officeart/2018/2/layout/IconVerticalSolidList"/>
    <dgm:cxn modelId="{8EA14FA1-C459-4BA4-9489-BBD87362BAA4}" type="presParOf" srcId="{970836AD-7958-43ED-84CE-681D03ADF963}" destId="{5BE09583-4169-4BD8-8683-F26659F35F3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CCF55B-6BC7-4B2A-9817-76157C60BC5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4B38E73-AB0F-4C2E-9EDD-410630C9181A}">
      <dgm:prSet custT="1"/>
      <dgm:spPr/>
      <dgm:t>
        <a:bodyPr/>
        <a:lstStyle/>
        <a:p>
          <a:pPr>
            <a:lnSpc>
              <a:spcPct val="100000"/>
            </a:lnSpc>
          </a:pPr>
          <a:r>
            <a:rPr lang="es-ES" sz="3200" b="0" i="0" dirty="0">
              <a:latin typeface="Abadi Extra Light" panose="020B0204020104020204" pitchFamily="34" charset="0"/>
              <a:ea typeface="Roboto" panose="02000000000000000000" pitchFamily="2" charset="0"/>
            </a:rPr>
            <a:t>Aprenderemos a identificar, diagnosticar y tratar una variedad de problemas de limpieza de datos con Python </a:t>
          </a:r>
          <a:endParaRPr lang="en-US" sz="3200" dirty="0">
            <a:latin typeface="Abadi Extra Light" panose="020B0204020104020204" pitchFamily="34" charset="0"/>
            <a:ea typeface="Roboto" panose="02000000000000000000" pitchFamily="2" charset="0"/>
          </a:endParaRPr>
        </a:p>
      </dgm:t>
    </dgm:pt>
    <dgm:pt modelId="{5C4B8ECB-A73C-430F-BAC6-C80A1B4577B3}" type="parTrans" cxnId="{6BD47D85-2736-45B2-B33C-97403D508630}">
      <dgm:prSet/>
      <dgm:spPr/>
      <dgm:t>
        <a:bodyPr/>
        <a:lstStyle/>
        <a:p>
          <a:endParaRPr lang="en-US"/>
        </a:p>
      </dgm:t>
    </dgm:pt>
    <dgm:pt modelId="{EAB0F4FF-0026-4F37-A2E6-9C75BBDE0951}" type="sibTrans" cxnId="{6BD47D85-2736-45B2-B33C-97403D508630}">
      <dgm:prSet/>
      <dgm:spPr/>
      <dgm:t>
        <a:bodyPr/>
        <a:lstStyle/>
        <a:p>
          <a:endParaRPr lang="en-US"/>
        </a:p>
      </dgm:t>
    </dgm:pt>
    <dgm:pt modelId="{279C250C-0C53-4541-9EBE-D48100870E55}">
      <dgm:prSet custT="1"/>
      <dgm:spPr/>
      <dgm:t>
        <a:bodyPr/>
        <a:lstStyle/>
        <a:p>
          <a:pPr>
            <a:lnSpc>
              <a:spcPct val="100000"/>
            </a:lnSpc>
          </a:pPr>
          <a:r>
            <a:rPr lang="es-ES" sz="3200" b="0" i="0" dirty="0">
              <a:latin typeface="Abadi Extra Light" panose="020B0204020104020204" pitchFamily="34" charset="0"/>
              <a:ea typeface="Roboto" panose="02000000000000000000" pitchFamily="2" charset="0"/>
            </a:rPr>
            <a:t>Trataremos tipos de datos incorrectos, comprobaremos que nuestros datos están en el rango correcto, manejaremos datos faltantes ¡y mucho más!</a:t>
          </a:r>
          <a:endParaRPr lang="en-US" sz="3200" dirty="0">
            <a:latin typeface="Abadi Extra Light" panose="020B0204020104020204" pitchFamily="34" charset="0"/>
            <a:ea typeface="Roboto" panose="02000000000000000000" pitchFamily="2" charset="0"/>
          </a:endParaRPr>
        </a:p>
      </dgm:t>
    </dgm:pt>
    <dgm:pt modelId="{C532C995-3485-4F2B-933A-D1CB9CD6C9EA}" type="parTrans" cxnId="{65E84868-440B-4307-B865-A03A095DE0B3}">
      <dgm:prSet/>
      <dgm:spPr/>
      <dgm:t>
        <a:bodyPr/>
        <a:lstStyle/>
        <a:p>
          <a:endParaRPr lang="en-US"/>
        </a:p>
      </dgm:t>
    </dgm:pt>
    <dgm:pt modelId="{ABB20C8F-E785-446C-B43C-662499BBE03C}" type="sibTrans" cxnId="{65E84868-440B-4307-B865-A03A095DE0B3}">
      <dgm:prSet/>
      <dgm:spPr/>
      <dgm:t>
        <a:bodyPr/>
        <a:lstStyle/>
        <a:p>
          <a:endParaRPr lang="en-US"/>
        </a:p>
      </dgm:t>
    </dgm:pt>
    <dgm:pt modelId="{CA58A4C3-8517-4CF2-80E7-75223A07F2E8}" type="pres">
      <dgm:prSet presAssocID="{FACCF55B-6BC7-4B2A-9817-76157C60BC54}" presName="root" presStyleCnt="0">
        <dgm:presLayoutVars>
          <dgm:dir/>
          <dgm:resizeHandles val="exact"/>
        </dgm:presLayoutVars>
      </dgm:prSet>
      <dgm:spPr/>
    </dgm:pt>
    <dgm:pt modelId="{83B25634-D372-4A43-96B6-46EB26E3774C}" type="pres">
      <dgm:prSet presAssocID="{D4B38E73-AB0F-4C2E-9EDD-410630C9181A}" presName="compNode" presStyleCnt="0"/>
      <dgm:spPr/>
    </dgm:pt>
    <dgm:pt modelId="{514D0680-461A-4A60-B83A-3AAE851E4BEE}" type="pres">
      <dgm:prSet presAssocID="{D4B38E73-AB0F-4C2E-9EDD-410630C9181A}" presName="bgRect" presStyleLbl="bgShp" presStyleIdx="0" presStyleCnt="2"/>
      <dgm:spPr/>
    </dgm:pt>
    <dgm:pt modelId="{D7D5FE47-5C83-41AE-B253-CB03935E9414}" type="pres">
      <dgm:prSet presAssocID="{D4B38E73-AB0F-4C2E-9EDD-410630C9181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ca de verificación"/>
        </a:ext>
      </dgm:extLst>
    </dgm:pt>
    <dgm:pt modelId="{AC6CECEA-C7A7-49BB-96DC-7EFE9CBDC798}" type="pres">
      <dgm:prSet presAssocID="{D4B38E73-AB0F-4C2E-9EDD-410630C9181A}" presName="spaceRect" presStyleCnt="0"/>
      <dgm:spPr/>
    </dgm:pt>
    <dgm:pt modelId="{12334A18-CE20-404D-9ED7-661BB5C2062F}" type="pres">
      <dgm:prSet presAssocID="{D4B38E73-AB0F-4C2E-9EDD-410630C9181A}" presName="parTx" presStyleLbl="revTx" presStyleIdx="0" presStyleCnt="2">
        <dgm:presLayoutVars>
          <dgm:chMax val="0"/>
          <dgm:chPref val="0"/>
        </dgm:presLayoutVars>
      </dgm:prSet>
      <dgm:spPr/>
    </dgm:pt>
    <dgm:pt modelId="{4E82C33B-8667-427B-9E0B-2C3E9FC411DD}" type="pres">
      <dgm:prSet presAssocID="{EAB0F4FF-0026-4F37-A2E6-9C75BBDE0951}" presName="sibTrans" presStyleCnt="0"/>
      <dgm:spPr/>
    </dgm:pt>
    <dgm:pt modelId="{5F428604-223B-476D-8F52-B228489A83EE}" type="pres">
      <dgm:prSet presAssocID="{279C250C-0C53-4541-9EBE-D48100870E55}" presName="compNode" presStyleCnt="0"/>
      <dgm:spPr/>
    </dgm:pt>
    <dgm:pt modelId="{7B9BEED9-375B-4D8A-8C0F-EEB790C32077}" type="pres">
      <dgm:prSet presAssocID="{279C250C-0C53-4541-9EBE-D48100870E55}" presName="bgRect" presStyleLbl="bgShp" presStyleIdx="1" presStyleCnt="2"/>
      <dgm:spPr/>
    </dgm:pt>
    <dgm:pt modelId="{1D957024-7E19-4820-910C-0A094F54FC88}" type="pres">
      <dgm:prSet presAssocID="{279C250C-0C53-4541-9EBE-D48100870E5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e"/>
        </a:ext>
      </dgm:extLst>
    </dgm:pt>
    <dgm:pt modelId="{64A65E33-6367-4414-9F8C-F530A28D6EEF}" type="pres">
      <dgm:prSet presAssocID="{279C250C-0C53-4541-9EBE-D48100870E55}" presName="spaceRect" presStyleCnt="0"/>
      <dgm:spPr/>
    </dgm:pt>
    <dgm:pt modelId="{9BFD152F-DB1B-43EB-BAF3-5321569C6B58}" type="pres">
      <dgm:prSet presAssocID="{279C250C-0C53-4541-9EBE-D48100870E55}" presName="parTx" presStyleLbl="revTx" presStyleIdx="1" presStyleCnt="2">
        <dgm:presLayoutVars>
          <dgm:chMax val="0"/>
          <dgm:chPref val="0"/>
        </dgm:presLayoutVars>
      </dgm:prSet>
      <dgm:spPr/>
    </dgm:pt>
  </dgm:ptLst>
  <dgm:cxnLst>
    <dgm:cxn modelId="{A96EB727-6757-4D76-8072-F7A4CE3E84E1}" type="presOf" srcId="{FACCF55B-6BC7-4B2A-9817-76157C60BC54}" destId="{CA58A4C3-8517-4CF2-80E7-75223A07F2E8}" srcOrd="0" destOrd="0" presId="urn:microsoft.com/office/officeart/2018/2/layout/IconVerticalSolidList"/>
    <dgm:cxn modelId="{65E84868-440B-4307-B865-A03A095DE0B3}" srcId="{FACCF55B-6BC7-4B2A-9817-76157C60BC54}" destId="{279C250C-0C53-4541-9EBE-D48100870E55}" srcOrd="1" destOrd="0" parTransId="{C532C995-3485-4F2B-933A-D1CB9CD6C9EA}" sibTransId="{ABB20C8F-E785-446C-B43C-662499BBE03C}"/>
    <dgm:cxn modelId="{6BD47D85-2736-45B2-B33C-97403D508630}" srcId="{FACCF55B-6BC7-4B2A-9817-76157C60BC54}" destId="{D4B38E73-AB0F-4C2E-9EDD-410630C9181A}" srcOrd="0" destOrd="0" parTransId="{5C4B8ECB-A73C-430F-BAC6-C80A1B4577B3}" sibTransId="{EAB0F4FF-0026-4F37-A2E6-9C75BBDE0951}"/>
    <dgm:cxn modelId="{39E34092-00A2-44C6-B62B-862E38CD5527}" type="presOf" srcId="{279C250C-0C53-4541-9EBE-D48100870E55}" destId="{9BFD152F-DB1B-43EB-BAF3-5321569C6B58}" srcOrd="0" destOrd="0" presId="urn:microsoft.com/office/officeart/2018/2/layout/IconVerticalSolidList"/>
    <dgm:cxn modelId="{754FE7B4-574E-414E-8C2A-DC2C6816B21D}" type="presOf" srcId="{D4B38E73-AB0F-4C2E-9EDD-410630C9181A}" destId="{12334A18-CE20-404D-9ED7-661BB5C2062F}" srcOrd="0" destOrd="0" presId="urn:microsoft.com/office/officeart/2018/2/layout/IconVerticalSolidList"/>
    <dgm:cxn modelId="{6D0BBE50-8F60-44D5-95CE-D15A065B104B}" type="presParOf" srcId="{CA58A4C3-8517-4CF2-80E7-75223A07F2E8}" destId="{83B25634-D372-4A43-96B6-46EB26E3774C}" srcOrd="0" destOrd="0" presId="urn:microsoft.com/office/officeart/2018/2/layout/IconVerticalSolidList"/>
    <dgm:cxn modelId="{F8DAD6A0-25E0-40C8-93FE-B72B2A4DDFC3}" type="presParOf" srcId="{83B25634-D372-4A43-96B6-46EB26E3774C}" destId="{514D0680-461A-4A60-B83A-3AAE851E4BEE}" srcOrd="0" destOrd="0" presId="urn:microsoft.com/office/officeart/2018/2/layout/IconVerticalSolidList"/>
    <dgm:cxn modelId="{E9F51597-B0DE-4F08-9DA2-3DEB4D58BB1C}" type="presParOf" srcId="{83B25634-D372-4A43-96B6-46EB26E3774C}" destId="{D7D5FE47-5C83-41AE-B253-CB03935E9414}" srcOrd="1" destOrd="0" presId="urn:microsoft.com/office/officeart/2018/2/layout/IconVerticalSolidList"/>
    <dgm:cxn modelId="{60A54978-CADD-43B1-8C92-545725DDE086}" type="presParOf" srcId="{83B25634-D372-4A43-96B6-46EB26E3774C}" destId="{AC6CECEA-C7A7-49BB-96DC-7EFE9CBDC798}" srcOrd="2" destOrd="0" presId="urn:microsoft.com/office/officeart/2018/2/layout/IconVerticalSolidList"/>
    <dgm:cxn modelId="{D8822F5A-81C1-4156-9335-FC1B3AB1E4BE}" type="presParOf" srcId="{83B25634-D372-4A43-96B6-46EB26E3774C}" destId="{12334A18-CE20-404D-9ED7-661BB5C2062F}" srcOrd="3" destOrd="0" presId="urn:microsoft.com/office/officeart/2018/2/layout/IconVerticalSolidList"/>
    <dgm:cxn modelId="{D5D6813D-1824-4D97-8E36-D4AD34A03A31}" type="presParOf" srcId="{CA58A4C3-8517-4CF2-80E7-75223A07F2E8}" destId="{4E82C33B-8667-427B-9E0B-2C3E9FC411DD}" srcOrd="1" destOrd="0" presId="urn:microsoft.com/office/officeart/2018/2/layout/IconVerticalSolidList"/>
    <dgm:cxn modelId="{C08096AE-62C9-4D1B-A7AE-5E4C3C4180F3}" type="presParOf" srcId="{CA58A4C3-8517-4CF2-80E7-75223A07F2E8}" destId="{5F428604-223B-476D-8F52-B228489A83EE}" srcOrd="2" destOrd="0" presId="urn:microsoft.com/office/officeart/2018/2/layout/IconVerticalSolidList"/>
    <dgm:cxn modelId="{87C91A4E-F359-4A9E-95D3-913FFCE7D16C}" type="presParOf" srcId="{5F428604-223B-476D-8F52-B228489A83EE}" destId="{7B9BEED9-375B-4D8A-8C0F-EEB790C32077}" srcOrd="0" destOrd="0" presId="urn:microsoft.com/office/officeart/2018/2/layout/IconVerticalSolidList"/>
    <dgm:cxn modelId="{8AB0E116-EB78-4722-BF34-9FA72AE73965}" type="presParOf" srcId="{5F428604-223B-476D-8F52-B228489A83EE}" destId="{1D957024-7E19-4820-910C-0A094F54FC88}" srcOrd="1" destOrd="0" presId="urn:microsoft.com/office/officeart/2018/2/layout/IconVerticalSolidList"/>
    <dgm:cxn modelId="{5A105DE5-CB5F-4E00-B5FA-82455EFE5FB1}" type="presParOf" srcId="{5F428604-223B-476D-8F52-B228489A83EE}" destId="{64A65E33-6367-4414-9F8C-F530A28D6EEF}" srcOrd="2" destOrd="0" presId="urn:microsoft.com/office/officeart/2018/2/layout/IconVerticalSolidList"/>
    <dgm:cxn modelId="{E5FE636B-B20C-4720-B738-7B4E330611B9}" type="presParOf" srcId="{5F428604-223B-476D-8F52-B228489A83EE}" destId="{9BFD152F-DB1B-43EB-BAF3-5321569C6B5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BAF3FD-D5DD-4BF6-8C78-E20ABF9B3FDC}">
      <dsp:nvSpPr>
        <dsp:cNvPr id="0" name=""/>
        <dsp:cNvSpPr/>
      </dsp:nvSpPr>
      <dsp:spPr>
        <a:xfrm>
          <a:off x="0" y="1324772"/>
          <a:ext cx="13148924" cy="2515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64091B-5095-412D-925C-2BFF05249224}">
      <dsp:nvSpPr>
        <dsp:cNvPr id="0" name=""/>
        <dsp:cNvSpPr/>
      </dsp:nvSpPr>
      <dsp:spPr>
        <a:xfrm>
          <a:off x="760949" y="1928576"/>
          <a:ext cx="1383543" cy="13835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69E999-2CE0-4ABB-BC17-AA72E3F067E8}">
      <dsp:nvSpPr>
        <dsp:cNvPr id="0" name=""/>
        <dsp:cNvSpPr/>
      </dsp:nvSpPr>
      <dsp:spPr>
        <a:xfrm>
          <a:off x="2905442" y="1362581"/>
          <a:ext cx="10243481" cy="2515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227" tIns="266227" rIns="266227" bIns="266227" numCol="1" spcCol="1270" anchor="ctr" anchorCtr="0">
          <a:noAutofit/>
        </a:bodyPr>
        <a:lstStyle/>
        <a:p>
          <a:pPr marL="0" lvl="0" indent="0" algn="l" defTabSz="1422400">
            <a:lnSpc>
              <a:spcPct val="100000"/>
            </a:lnSpc>
            <a:spcBef>
              <a:spcPct val="0"/>
            </a:spcBef>
            <a:spcAft>
              <a:spcPct val="35000"/>
            </a:spcAft>
            <a:buNone/>
          </a:pPr>
          <a:r>
            <a:rPr lang="es-ES" sz="3200" b="0" i="0" kern="1200" dirty="0">
              <a:latin typeface="Abadi Extra Light" panose="020B0204020104020204" pitchFamily="34" charset="0"/>
              <a:ea typeface="Roboto" panose="02000000000000000000" pitchFamily="2" charset="0"/>
            </a:rPr>
            <a:t>El tiempo dedicado a la limpieza es vital, ya que el análisis de datos sucios puede llevarle a sacar conclusiones inexactas. </a:t>
          </a:r>
          <a:endParaRPr lang="en-US" sz="3200" kern="1200" dirty="0">
            <a:latin typeface="Abadi Extra Light" panose="020B0204020104020204" pitchFamily="34" charset="0"/>
            <a:ea typeface="Roboto" panose="02000000000000000000" pitchFamily="2" charset="0"/>
          </a:endParaRPr>
        </a:p>
      </dsp:txBody>
      <dsp:txXfrm>
        <a:off x="2905442" y="1362581"/>
        <a:ext cx="10243481" cy="2515534"/>
      </dsp:txXfrm>
    </dsp:sp>
    <dsp:sp modelId="{0C6A924A-847E-446C-A8C7-467159938560}">
      <dsp:nvSpPr>
        <dsp:cNvPr id="0" name=""/>
        <dsp:cNvSpPr/>
      </dsp:nvSpPr>
      <dsp:spPr>
        <a:xfrm>
          <a:off x="0" y="4506998"/>
          <a:ext cx="13148924" cy="2515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B3370-ADEE-4521-8C19-8E5CD42C05E8}">
      <dsp:nvSpPr>
        <dsp:cNvPr id="0" name=""/>
        <dsp:cNvSpPr/>
      </dsp:nvSpPr>
      <dsp:spPr>
        <a:xfrm>
          <a:off x="760949" y="5072993"/>
          <a:ext cx="1383543" cy="13835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E09583-4169-4BD8-8683-F26659F35F3C}">
      <dsp:nvSpPr>
        <dsp:cNvPr id="0" name=""/>
        <dsp:cNvSpPr/>
      </dsp:nvSpPr>
      <dsp:spPr>
        <a:xfrm>
          <a:off x="2905442" y="4506998"/>
          <a:ext cx="10243481" cy="2515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227" tIns="266227" rIns="266227" bIns="266227" numCol="1" spcCol="1270" anchor="ctr" anchorCtr="0">
          <a:noAutofit/>
        </a:bodyPr>
        <a:lstStyle/>
        <a:p>
          <a:pPr marL="0" lvl="0" indent="0" algn="l" defTabSz="1422400">
            <a:lnSpc>
              <a:spcPct val="100000"/>
            </a:lnSpc>
            <a:spcBef>
              <a:spcPct val="0"/>
            </a:spcBef>
            <a:spcAft>
              <a:spcPct val="35000"/>
            </a:spcAft>
            <a:buNone/>
          </a:pPr>
          <a:r>
            <a:rPr lang="es-ES" sz="3200" b="0" i="0" kern="1200" dirty="0">
              <a:latin typeface="Abadi Extra Light" panose="020B0204020104020204" pitchFamily="34" charset="0"/>
              <a:ea typeface="Roboto" panose="02000000000000000000" pitchFamily="2" charset="0"/>
            </a:rPr>
            <a:t>Sin una limpieza adecuada de los datos, los resultados de cualquier análisis de datos o modelo de aprendizaje automático podrían ser inexactos. </a:t>
          </a:r>
          <a:endParaRPr lang="en-US" sz="3200" kern="1200" dirty="0">
            <a:latin typeface="Abadi Extra Light" panose="020B0204020104020204" pitchFamily="34" charset="0"/>
            <a:ea typeface="Roboto" panose="02000000000000000000" pitchFamily="2" charset="0"/>
          </a:endParaRPr>
        </a:p>
      </dsp:txBody>
      <dsp:txXfrm>
        <a:off x="2905442" y="4506998"/>
        <a:ext cx="10243481" cy="25155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D0680-461A-4A60-B83A-3AAE851E4BEE}">
      <dsp:nvSpPr>
        <dsp:cNvPr id="0" name=""/>
        <dsp:cNvSpPr/>
      </dsp:nvSpPr>
      <dsp:spPr>
        <a:xfrm>
          <a:off x="0" y="1362581"/>
          <a:ext cx="13148924" cy="2515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D5FE47-5C83-41AE-B253-CB03935E9414}">
      <dsp:nvSpPr>
        <dsp:cNvPr id="0" name=""/>
        <dsp:cNvSpPr/>
      </dsp:nvSpPr>
      <dsp:spPr>
        <a:xfrm>
          <a:off x="760949" y="1928576"/>
          <a:ext cx="1383543" cy="13835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334A18-CE20-404D-9ED7-661BB5C2062F}">
      <dsp:nvSpPr>
        <dsp:cNvPr id="0" name=""/>
        <dsp:cNvSpPr/>
      </dsp:nvSpPr>
      <dsp:spPr>
        <a:xfrm>
          <a:off x="2905442" y="1362581"/>
          <a:ext cx="10243481" cy="2515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227" tIns="266227" rIns="266227" bIns="266227" numCol="1" spcCol="1270" anchor="ctr" anchorCtr="0">
          <a:noAutofit/>
        </a:bodyPr>
        <a:lstStyle/>
        <a:p>
          <a:pPr marL="0" lvl="0" indent="0" algn="l" defTabSz="1422400">
            <a:lnSpc>
              <a:spcPct val="100000"/>
            </a:lnSpc>
            <a:spcBef>
              <a:spcPct val="0"/>
            </a:spcBef>
            <a:spcAft>
              <a:spcPct val="35000"/>
            </a:spcAft>
            <a:buNone/>
          </a:pPr>
          <a:r>
            <a:rPr lang="es-ES" sz="3200" b="0" i="0" kern="1200" dirty="0">
              <a:latin typeface="Abadi Extra Light" panose="020B0204020104020204" pitchFamily="34" charset="0"/>
              <a:ea typeface="Roboto" panose="02000000000000000000" pitchFamily="2" charset="0"/>
            </a:rPr>
            <a:t>Aprenderemos a identificar, diagnosticar y tratar una variedad de problemas de limpieza de datos con Python </a:t>
          </a:r>
          <a:endParaRPr lang="en-US" sz="3200" kern="1200" dirty="0">
            <a:latin typeface="Abadi Extra Light" panose="020B0204020104020204" pitchFamily="34" charset="0"/>
            <a:ea typeface="Roboto" panose="02000000000000000000" pitchFamily="2" charset="0"/>
          </a:endParaRPr>
        </a:p>
      </dsp:txBody>
      <dsp:txXfrm>
        <a:off x="2905442" y="1362581"/>
        <a:ext cx="10243481" cy="2515534"/>
      </dsp:txXfrm>
    </dsp:sp>
    <dsp:sp modelId="{7B9BEED9-375B-4D8A-8C0F-EEB790C32077}">
      <dsp:nvSpPr>
        <dsp:cNvPr id="0" name=""/>
        <dsp:cNvSpPr/>
      </dsp:nvSpPr>
      <dsp:spPr>
        <a:xfrm>
          <a:off x="0" y="4506998"/>
          <a:ext cx="13148924" cy="2515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957024-7E19-4820-910C-0A094F54FC88}">
      <dsp:nvSpPr>
        <dsp:cNvPr id="0" name=""/>
        <dsp:cNvSpPr/>
      </dsp:nvSpPr>
      <dsp:spPr>
        <a:xfrm>
          <a:off x="760949" y="5072993"/>
          <a:ext cx="1383543" cy="13835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FD152F-DB1B-43EB-BAF3-5321569C6B58}">
      <dsp:nvSpPr>
        <dsp:cNvPr id="0" name=""/>
        <dsp:cNvSpPr/>
      </dsp:nvSpPr>
      <dsp:spPr>
        <a:xfrm>
          <a:off x="2905442" y="4506998"/>
          <a:ext cx="10243481" cy="2515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227" tIns="266227" rIns="266227" bIns="266227" numCol="1" spcCol="1270" anchor="ctr" anchorCtr="0">
          <a:noAutofit/>
        </a:bodyPr>
        <a:lstStyle/>
        <a:p>
          <a:pPr marL="0" lvl="0" indent="0" algn="l" defTabSz="1422400">
            <a:lnSpc>
              <a:spcPct val="100000"/>
            </a:lnSpc>
            <a:spcBef>
              <a:spcPct val="0"/>
            </a:spcBef>
            <a:spcAft>
              <a:spcPct val="35000"/>
            </a:spcAft>
            <a:buNone/>
          </a:pPr>
          <a:r>
            <a:rPr lang="es-ES" sz="3200" b="0" i="0" kern="1200" dirty="0">
              <a:latin typeface="Abadi Extra Light" panose="020B0204020104020204" pitchFamily="34" charset="0"/>
              <a:ea typeface="Roboto" panose="02000000000000000000" pitchFamily="2" charset="0"/>
            </a:rPr>
            <a:t>Trataremos tipos de datos incorrectos, comprobaremos que nuestros datos están en el rango correcto, manejaremos datos faltantes ¡y mucho más!</a:t>
          </a:r>
          <a:endParaRPr lang="en-US" sz="3200" kern="1200" dirty="0">
            <a:latin typeface="Abadi Extra Light" panose="020B0204020104020204" pitchFamily="34" charset="0"/>
            <a:ea typeface="Roboto" panose="02000000000000000000" pitchFamily="2" charset="0"/>
          </a:endParaRPr>
        </a:p>
      </dsp:txBody>
      <dsp:txXfrm>
        <a:off x="2905442" y="4506998"/>
        <a:ext cx="10243481" cy="25155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A33CD3D-3064-41B3-B3A3-735B51DB7D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a:extLst>
              <a:ext uri="{FF2B5EF4-FFF2-40B4-BE49-F238E27FC236}">
                <a16:creationId xmlns:a16="http://schemas.microsoft.com/office/drawing/2014/main" id="{611426E8-8DF9-4C43-AA84-A10624C0B4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83D025-1614-4059-8C46-DEFF6283570F}" type="datetimeFigureOut">
              <a:rPr lang="es-EC" smtClean="0"/>
              <a:t>7/4/2023</a:t>
            </a:fld>
            <a:endParaRPr lang="es-EC"/>
          </a:p>
        </p:txBody>
      </p:sp>
      <p:sp>
        <p:nvSpPr>
          <p:cNvPr id="4" name="Marcador de pie de página 3">
            <a:extLst>
              <a:ext uri="{FF2B5EF4-FFF2-40B4-BE49-F238E27FC236}">
                <a16:creationId xmlns:a16="http://schemas.microsoft.com/office/drawing/2014/main" id="{F000C3CC-BAAA-4D06-9C7C-305F6BB038B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5" name="Marcador de número de diapositiva 4">
            <a:extLst>
              <a:ext uri="{FF2B5EF4-FFF2-40B4-BE49-F238E27FC236}">
                <a16:creationId xmlns:a16="http://schemas.microsoft.com/office/drawing/2014/main" id="{69AA5E29-787D-4766-8544-4E13362539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CE2DA4-BE65-43AB-8851-F84CF3972B76}" type="slidenum">
              <a:rPr lang="es-EC" smtClean="0"/>
              <a:t>‹Nº›</a:t>
            </a:fld>
            <a:endParaRPr lang="es-EC"/>
          </a:p>
        </p:txBody>
      </p:sp>
    </p:spTree>
    <p:extLst>
      <p:ext uri="{BB962C8B-B14F-4D97-AF65-F5344CB8AC3E}">
        <p14:creationId xmlns:p14="http://schemas.microsoft.com/office/powerpoint/2010/main" val="22757005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58857-04B1-4CC2-8600-788A62D811DD}" type="datetimeFigureOut">
              <a:rPr lang="es-EC" smtClean="0"/>
              <a:t>7/4/2023</a:t>
            </a:fld>
            <a:endParaRPr lang="es-EC"/>
          </a:p>
        </p:txBody>
      </p:sp>
      <p:sp>
        <p:nvSpPr>
          <p:cNvPr id="4" name="Marcador de imagen de diapositiva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4D0778-9E46-4DEA-B796-0A2F48B8D2CC}" type="slidenum">
              <a:rPr lang="es-EC" smtClean="0"/>
              <a:t>‹Nº›</a:t>
            </a:fld>
            <a:endParaRPr lang="es-EC"/>
          </a:p>
        </p:txBody>
      </p:sp>
    </p:spTree>
    <p:extLst>
      <p:ext uri="{BB962C8B-B14F-4D97-AF65-F5344CB8AC3E}">
        <p14:creationId xmlns:p14="http://schemas.microsoft.com/office/powerpoint/2010/main" val="3389076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79413" y="685800"/>
            <a:ext cx="60991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4fdc22cb87_0_175:notes"/>
          <p:cNvSpPr>
            <a:spLocks noGrp="1" noRot="1" noChangeAspect="1"/>
          </p:cNvSpPr>
          <p:nvPr>
            <p:ph type="sldImg" idx="2"/>
          </p:nvPr>
        </p:nvSpPr>
        <p:spPr>
          <a:xfrm>
            <a:off x="379413" y="685800"/>
            <a:ext cx="60991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4fdc22cb87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1045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168525" y="1595990"/>
            <a:ext cx="13011150" cy="3395145"/>
          </a:xfrm>
        </p:spPr>
        <p:txBody>
          <a:bodyPr anchor="b"/>
          <a:lstStyle>
            <a:lvl1pPr algn="ctr">
              <a:defRPr sz="8532"/>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168525" y="5122065"/>
            <a:ext cx="13011150" cy="2354478"/>
          </a:xfrm>
        </p:spPr>
        <p:txBody>
          <a:bodyPr/>
          <a:lstStyle>
            <a:lvl1pPr marL="0" indent="0" algn="ctr">
              <a:buNone/>
              <a:defRPr sz="3413"/>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C6E1785-C22E-4906-AA19-8C3AAC79E681}" type="datetimeFigureOut">
              <a:rPr lang="es-ES" smtClean="0"/>
              <a:t>07/04/2023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3933427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C6E1785-C22E-4906-AA19-8C3AAC79E681}" type="datetimeFigureOut">
              <a:rPr lang="es-ES" smtClean="0"/>
              <a:t>07/04/2023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1911678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83653" y="2431232"/>
            <a:ext cx="14962823" cy="4056566"/>
          </a:xfrm>
        </p:spPr>
        <p:txBody>
          <a:bodyPr anchor="b"/>
          <a:lstStyle>
            <a:lvl1pPr>
              <a:defRPr sz="8532"/>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83653" y="6526175"/>
            <a:ext cx="14962823" cy="2133252"/>
          </a:xfrm>
        </p:spPr>
        <p:txBody>
          <a:bodyPr/>
          <a:lstStyle>
            <a:lvl1pPr marL="0" indent="0">
              <a:buNone/>
              <a:defRPr sz="3413">
                <a:solidFill>
                  <a:schemeClr val="tx1">
                    <a:tint val="75000"/>
                  </a:schemeClr>
                </a:solidFill>
              </a:defRPr>
            </a:lvl1pPr>
            <a:lvl2pPr marL="650138" indent="0">
              <a:buNone/>
              <a:defRPr sz="2844">
                <a:solidFill>
                  <a:schemeClr val="tx1">
                    <a:tint val="75000"/>
                  </a:schemeClr>
                </a:solidFill>
              </a:defRPr>
            </a:lvl2pPr>
            <a:lvl3pPr marL="1300277" indent="0">
              <a:buNone/>
              <a:defRPr sz="2560">
                <a:solidFill>
                  <a:schemeClr val="tx1">
                    <a:tint val="75000"/>
                  </a:schemeClr>
                </a:solidFill>
              </a:defRPr>
            </a:lvl3pPr>
            <a:lvl4pPr marL="1950415" indent="0">
              <a:buNone/>
              <a:defRPr sz="2275">
                <a:solidFill>
                  <a:schemeClr val="tx1">
                    <a:tint val="75000"/>
                  </a:schemeClr>
                </a:solidFill>
              </a:defRPr>
            </a:lvl4pPr>
            <a:lvl5pPr marL="2600554" indent="0">
              <a:buNone/>
              <a:defRPr sz="2275">
                <a:solidFill>
                  <a:schemeClr val="tx1">
                    <a:tint val="75000"/>
                  </a:schemeClr>
                </a:solidFill>
              </a:defRPr>
            </a:lvl5pPr>
            <a:lvl6pPr marL="3250692" indent="0">
              <a:buNone/>
              <a:defRPr sz="2275">
                <a:solidFill>
                  <a:schemeClr val="tx1">
                    <a:tint val="75000"/>
                  </a:schemeClr>
                </a:solidFill>
              </a:defRPr>
            </a:lvl6pPr>
            <a:lvl7pPr marL="3900830" indent="0">
              <a:buNone/>
              <a:defRPr sz="2275">
                <a:solidFill>
                  <a:schemeClr val="tx1">
                    <a:tint val="75000"/>
                  </a:schemeClr>
                </a:solidFill>
              </a:defRPr>
            </a:lvl7pPr>
            <a:lvl8pPr marL="4550969" indent="0">
              <a:buNone/>
              <a:defRPr sz="2275">
                <a:solidFill>
                  <a:schemeClr val="tx1">
                    <a:tint val="75000"/>
                  </a:schemeClr>
                </a:solidFill>
              </a:defRPr>
            </a:lvl8pPr>
            <a:lvl9pPr marL="5201107" indent="0">
              <a:buNone/>
              <a:defRPr sz="2275">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9C6E1785-C22E-4906-AA19-8C3AAC79E681}" type="datetimeFigureOut">
              <a:rPr lang="es-ES" smtClean="0"/>
              <a:t>07/04/2023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3954928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92689" y="2596022"/>
            <a:ext cx="7372985" cy="61875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8782526" y="2596022"/>
            <a:ext cx="7372985" cy="618756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C6E1785-C22E-4906-AA19-8C3AAC79E681}" type="datetimeFigureOut">
              <a:rPr lang="es-ES" smtClean="0"/>
              <a:t>07/04/2023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3116718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94948" y="519205"/>
            <a:ext cx="14962823" cy="188493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94949" y="2390598"/>
            <a:ext cx="7339101" cy="1171595"/>
          </a:xfrm>
        </p:spPr>
        <p:txBody>
          <a:bodyPr anchor="b"/>
          <a:lstStyle>
            <a:lvl1pPr marL="0" indent="0">
              <a:buNone/>
              <a:defRPr sz="3413"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s-ES"/>
              <a:t>Haga clic para modificar el estilo de texto del patrón</a:t>
            </a:r>
          </a:p>
        </p:txBody>
      </p:sp>
      <p:sp>
        <p:nvSpPr>
          <p:cNvPr id="4" name="Content Placeholder 3"/>
          <p:cNvSpPr>
            <a:spLocks noGrp="1"/>
          </p:cNvSpPr>
          <p:nvPr>
            <p:ph sz="half" idx="2"/>
          </p:nvPr>
        </p:nvSpPr>
        <p:spPr>
          <a:xfrm>
            <a:off x="1194949" y="3562194"/>
            <a:ext cx="7339101" cy="523945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8782526" y="2390598"/>
            <a:ext cx="7375245" cy="1171595"/>
          </a:xfrm>
        </p:spPr>
        <p:txBody>
          <a:bodyPr anchor="b"/>
          <a:lstStyle>
            <a:lvl1pPr marL="0" indent="0">
              <a:buNone/>
              <a:defRPr sz="3413"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s-ES"/>
              <a:t>Haga clic para modificar el estilo de texto del patrón</a:t>
            </a:r>
          </a:p>
        </p:txBody>
      </p:sp>
      <p:sp>
        <p:nvSpPr>
          <p:cNvPr id="6" name="Content Placeholder 5"/>
          <p:cNvSpPr>
            <a:spLocks noGrp="1"/>
          </p:cNvSpPr>
          <p:nvPr>
            <p:ph sz="quarter" idx="4"/>
          </p:nvPr>
        </p:nvSpPr>
        <p:spPr>
          <a:xfrm>
            <a:off x="8782526" y="3562194"/>
            <a:ext cx="7375245" cy="523945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C6E1785-C22E-4906-AA19-8C3AAC79E681}" type="datetimeFigureOut">
              <a:rPr lang="es-ES" smtClean="0"/>
              <a:t>07/04/2023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198375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C6E1785-C22E-4906-AA19-8C3AAC79E681}" type="datetimeFigureOut">
              <a:rPr lang="es-ES" smtClean="0"/>
              <a:t>07/04/2023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124522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3213458" y="9097288"/>
            <a:ext cx="3903345" cy="519204"/>
          </a:xfrm>
        </p:spPr>
        <p:txBody>
          <a:bodyPr/>
          <a:lstStyle/>
          <a:p>
            <a:fld id="{03AA53BA-B84A-4F62-A79D-DF2FC23C7236}" type="slidenum">
              <a:rPr lang="es-ES" smtClean="0"/>
              <a:t>‹Nº›</a:t>
            </a:fld>
            <a:endParaRPr lang="es-ES"/>
          </a:p>
        </p:txBody>
      </p:sp>
      <p:pic>
        <p:nvPicPr>
          <p:cNvPr id="1026" name="Picture 2">
            <a:extLst>
              <a:ext uri="{FF2B5EF4-FFF2-40B4-BE49-F238E27FC236}">
                <a16:creationId xmlns:a16="http://schemas.microsoft.com/office/drawing/2014/main" id="{E00FF25A-9B5A-41DF-89C4-9737DB679D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760888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014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94949" y="650134"/>
            <a:ext cx="5595246" cy="2275470"/>
          </a:xfrm>
        </p:spPr>
        <p:txBody>
          <a:bodyPr anchor="b"/>
          <a:lstStyle>
            <a:lvl1pPr>
              <a:defRPr sz="4550"/>
            </a:lvl1pPr>
          </a:lstStyle>
          <a:p>
            <a:r>
              <a:rPr lang="es-ES"/>
              <a:t>Haga clic para modificar el estilo de título del patrón</a:t>
            </a:r>
            <a:endParaRPr lang="en-US" dirty="0"/>
          </a:p>
        </p:txBody>
      </p:sp>
      <p:sp>
        <p:nvSpPr>
          <p:cNvPr id="3" name="Content Placeholder 2"/>
          <p:cNvSpPr>
            <a:spLocks noGrp="1"/>
          </p:cNvSpPr>
          <p:nvPr>
            <p:ph idx="1"/>
          </p:nvPr>
        </p:nvSpPr>
        <p:spPr>
          <a:xfrm>
            <a:off x="7375245" y="1404110"/>
            <a:ext cx="8782526" cy="6930250"/>
          </a:xfrm>
        </p:spPr>
        <p:txBody>
          <a:bodyPr/>
          <a:lstStyle>
            <a:lvl1pPr>
              <a:defRPr sz="4550"/>
            </a:lvl1pPr>
            <a:lvl2pPr>
              <a:defRPr sz="3982"/>
            </a:lvl2pPr>
            <a:lvl3pPr>
              <a:defRPr sz="3413"/>
            </a:lvl3pPr>
            <a:lvl4pPr>
              <a:defRPr sz="2844"/>
            </a:lvl4pPr>
            <a:lvl5pPr>
              <a:defRPr sz="2844"/>
            </a:lvl5pPr>
            <a:lvl6pPr>
              <a:defRPr sz="2844"/>
            </a:lvl6pPr>
            <a:lvl7pPr>
              <a:defRPr sz="2844"/>
            </a:lvl7pPr>
            <a:lvl8pPr>
              <a:defRPr sz="2844"/>
            </a:lvl8pPr>
            <a:lvl9pPr>
              <a:defRPr sz="2844"/>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94949" y="2925604"/>
            <a:ext cx="5595246" cy="5420043"/>
          </a:xfrm>
        </p:spPr>
        <p:txBody>
          <a:bodyPr/>
          <a:lstStyle>
            <a:lvl1pPr marL="0" indent="0">
              <a:buNone/>
              <a:defRPr sz="2275"/>
            </a:lvl1pPr>
            <a:lvl2pPr marL="650138" indent="0">
              <a:buNone/>
              <a:defRPr sz="1991"/>
            </a:lvl2pPr>
            <a:lvl3pPr marL="1300277" indent="0">
              <a:buNone/>
              <a:defRPr sz="1706"/>
            </a:lvl3pPr>
            <a:lvl4pPr marL="1950415" indent="0">
              <a:buNone/>
              <a:defRPr sz="1422"/>
            </a:lvl4pPr>
            <a:lvl5pPr marL="2600554" indent="0">
              <a:buNone/>
              <a:defRPr sz="1422"/>
            </a:lvl5pPr>
            <a:lvl6pPr marL="3250692" indent="0">
              <a:buNone/>
              <a:defRPr sz="1422"/>
            </a:lvl6pPr>
            <a:lvl7pPr marL="3900830" indent="0">
              <a:buNone/>
              <a:defRPr sz="1422"/>
            </a:lvl7pPr>
            <a:lvl8pPr marL="4550969" indent="0">
              <a:buNone/>
              <a:defRPr sz="1422"/>
            </a:lvl8pPr>
            <a:lvl9pPr marL="5201107" indent="0">
              <a:buNone/>
              <a:defRPr sz="1422"/>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9C6E1785-C22E-4906-AA19-8C3AAC79E681}" type="datetimeFigureOut">
              <a:rPr lang="es-ES" smtClean="0"/>
              <a:t>07/04/2023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15840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94949" y="650134"/>
            <a:ext cx="5595246" cy="2275470"/>
          </a:xfrm>
        </p:spPr>
        <p:txBody>
          <a:bodyPr anchor="b"/>
          <a:lstStyle>
            <a:lvl1pPr>
              <a:defRPr sz="455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75245" y="1404110"/>
            <a:ext cx="8782526" cy="6930250"/>
          </a:xfrm>
        </p:spPr>
        <p:txBody>
          <a:bodyPr anchor="t"/>
          <a:lstStyle>
            <a:lvl1pPr marL="0" indent="0">
              <a:buNone/>
              <a:defRPr sz="4550"/>
            </a:lvl1pPr>
            <a:lvl2pPr marL="650138" indent="0">
              <a:buNone/>
              <a:defRPr sz="3982"/>
            </a:lvl2pPr>
            <a:lvl3pPr marL="1300277" indent="0">
              <a:buNone/>
              <a:defRPr sz="3413"/>
            </a:lvl3pPr>
            <a:lvl4pPr marL="1950415" indent="0">
              <a:buNone/>
              <a:defRPr sz="2844"/>
            </a:lvl4pPr>
            <a:lvl5pPr marL="2600554" indent="0">
              <a:buNone/>
              <a:defRPr sz="2844"/>
            </a:lvl5pPr>
            <a:lvl6pPr marL="3250692" indent="0">
              <a:buNone/>
              <a:defRPr sz="2844"/>
            </a:lvl6pPr>
            <a:lvl7pPr marL="3900830" indent="0">
              <a:buNone/>
              <a:defRPr sz="2844"/>
            </a:lvl7pPr>
            <a:lvl8pPr marL="4550969" indent="0">
              <a:buNone/>
              <a:defRPr sz="2844"/>
            </a:lvl8pPr>
            <a:lvl9pPr marL="5201107" indent="0">
              <a:buNone/>
              <a:defRPr sz="2844"/>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94949" y="2925604"/>
            <a:ext cx="5595246" cy="5420043"/>
          </a:xfrm>
        </p:spPr>
        <p:txBody>
          <a:bodyPr/>
          <a:lstStyle>
            <a:lvl1pPr marL="0" indent="0">
              <a:buNone/>
              <a:defRPr sz="2275"/>
            </a:lvl1pPr>
            <a:lvl2pPr marL="650138" indent="0">
              <a:buNone/>
              <a:defRPr sz="1991"/>
            </a:lvl2pPr>
            <a:lvl3pPr marL="1300277" indent="0">
              <a:buNone/>
              <a:defRPr sz="1706"/>
            </a:lvl3pPr>
            <a:lvl4pPr marL="1950415" indent="0">
              <a:buNone/>
              <a:defRPr sz="1422"/>
            </a:lvl4pPr>
            <a:lvl5pPr marL="2600554" indent="0">
              <a:buNone/>
              <a:defRPr sz="1422"/>
            </a:lvl5pPr>
            <a:lvl6pPr marL="3250692" indent="0">
              <a:buNone/>
              <a:defRPr sz="1422"/>
            </a:lvl6pPr>
            <a:lvl7pPr marL="3900830" indent="0">
              <a:buNone/>
              <a:defRPr sz="1422"/>
            </a:lvl7pPr>
            <a:lvl8pPr marL="4550969" indent="0">
              <a:buNone/>
              <a:defRPr sz="1422"/>
            </a:lvl8pPr>
            <a:lvl9pPr marL="5201107" indent="0">
              <a:buNone/>
              <a:defRPr sz="1422"/>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9C6E1785-C22E-4906-AA19-8C3AAC79E681}" type="datetimeFigureOut">
              <a:rPr lang="es-ES" smtClean="0"/>
              <a:t>07/04/2023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4164072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C6E1785-C22E-4906-AA19-8C3AAC79E681}" type="datetimeFigureOut">
              <a:rPr lang="es-ES" smtClean="0"/>
              <a:t>07/04/2023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204232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414805" y="519205"/>
            <a:ext cx="3740706" cy="82643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92689" y="519205"/>
            <a:ext cx="11005264" cy="826438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C6E1785-C22E-4906-AA19-8C3AAC79E681}" type="datetimeFigureOut">
              <a:rPr lang="es-ES" smtClean="0"/>
              <a:t>07/04/2023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03AA53BA-B84A-4F62-A79D-DF2FC23C7236}" type="slidenum">
              <a:rPr lang="es-ES" smtClean="0"/>
              <a:t>‹Nº›</a:t>
            </a:fld>
            <a:endParaRPr lang="es-ES"/>
          </a:p>
        </p:txBody>
      </p:sp>
    </p:spTree>
    <p:extLst>
      <p:ext uri="{BB962C8B-B14F-4D97-AF65-F5344CB8AC3E}">
        <p14:creationId xmlns:p14="http://schemas.microsoft.com/office/powerpoint/2010/main" val="3285383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798B13-3B32-4354-B2B5-3165F2F6E65F}"/>
              </a:ext>
            </a:extLst>
          </p:cNvPr>
          <p:cNvSpPr>
            <a:spLocks noGrp="1"/>
          </p:cNvSpPr>
          <p:nvPr>
            <p:ph type="title"/>
          </p:nvPr>
        </p:nvSpPr>
        <p:spPr>
          <a:xfrm>
            <a:off x="11203493" y="2383838"/>
            <a:ext cx="5583524" cy="3464811"/>
          </a:xfrm>
        </p:spPr>
        <p:txBody>
          <a:bodyPr lIns="0" tIns="0" rIns="0" bIns="0" rtlCol="0" anchor="b">
            <a:noAutofit/>
          </a:bodyPr>
          <a:lstStyle>
            <a:lvl1pPr>
              <a:lnSpc>
                <a:spcPct val="70000"/>
              </a:lnSpc>
              <a:defRPr sz="10238" spc="-427"/>
            </a:lvl1pPr>
          </a:lstStyle>
          <a:p>
            <a:pPr rtl="0"/>
            <a:r>
              <a:rPr lang="es-ES" noProof="0"/>
              <a:t>Haga clic para modificar el estilo de título del patrón</a:t>
            </a:r>
          </a:p>
        </p:txBody>
      </p:sp>
      <p:sp>
        <p:nvSpPr>
          <p:cNvPr id="4" name="Marcador de texto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11203494" y="6558081"/>
            <a:ext cx="5583525" cy="972642"/>
          </a:xfrm>
        </p:spPr>
        <p:txBody>
          <a:bodyPr lIns="0" tIns="0" rIns="0" bIns="0" rtlCol="0"/>
          <a:lstStyle>
            <a:lvl1pPr marL="0" indent="0">
              <a:buNone/>
              <a:defRPr sz="2275"/>
            </a:lvl1pPr>
            <a:lvl2pPr marL="650138" indent="0">
              <a:buNone/>
              <a:defRPr sz="1991"/>
            </a:lvl2pPr>
            <a:lvl3pPr marL="1300277" indent="0">
              <a:buNone/>
              <a:defRPr sz="1706"/>
            </a:lvl3pPr>
            <a:lvl4pPr marL="1950415" indent="0">
              <a:buNone/>
              <a:defRPr sz="1422"/>
            </a:lvl4pPr>
            <a:lvl5pPr marL="2600554" indent="0">
              <a:buNone/>
              <a:defRPr sz="1422"/>
            </a:lvl5pPr>
            <a:lvl6pPr marL="3250692" indent="0">
              <a:buNone/>
              <a:defRPr sz="1422"/>
            </a:lvl6pPr>
            <a:lvl7pPr marL="3900830" indent="0">
              <a:buNone/>
              <a:defRPr sz="1422"/>
            </a:lvl7pPr>
            <a:lvl8pPr marL="4550969" indent="0">
              <a:buNone/>
              <a:defRPr sz="1422"/>
            </a:lvl8pPr>
            <a:lvl9pPr marL="5201107" indent="0">
              <a:buNone/>
              <a:defRPr sz="1422"/>
            </a:lvl9pPr>
          </a:lstStyle>
          <a:p>
            <a:pPr lvl="0" rtl="0"/>
            <a:r>
              <a:rPr lang="es-ES" noProof="0"/>
              <a:t>HAGA CLIC PARA MODIFICAR LOS ESTILOS DE TEXTO DEL PATRÓN</a:t>
            </a:r>
          </a:p>
        </p:txBody>
      </p:sp>
      <p:cxnSp>
        <p:nvCxnSpPr>
          <p:cNvPr id="12" name="Conector recto 11">
            <a:extLst>
              <a:ext uri="{FF2B5EF4-FFF2-40B4-BE49-F238E27FC236}">
                <a16:creationId xmlns:a16="http://schemas.microsoft.com/office/drawing/2014/main" id="{A7EEBB7C-1679-4665-8688-1FA973E73DC1}"/>
              </a:ext>
            </a:extLst>
          </p:cNvPr>
          <p:cNvCxnSpPr/>
          <p:nvPr userDrawn="1"/>
        </p:nvCxnSpPr>
        <p:spPr>
          <a:xfrm>
            <a:off x="11205087" y="6219468"/>
            <a:ext cx="5583525"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F1E3214F-3A93-4A1C-920D-D86BE35A58FB}"/>
              </a:ext>
            </a:extLst>
          </p:cNvPr>
          <p:cNvSpPr/>
          <p:nvPr userDrawn="1"/>
        </p:nvSpPr>
        <p:spPr>
          <a:xfrm>
            <a:off x="0" y="2"/>
            <a:ext cx="10688950" cy="95578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3642" noProof="0"/>
          </a:p>
        </p:txBody>
      </p:sp>
      <p:sp>
        <p:nvSpPr>
          <p:cNvPr id="3" name="Marcador de número de diapositiva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
        <p:nvSpPr>
          <p:cNvPr id="8" name="Marcador de posición de imagen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1"/>
            <a:ext cx="10688951" cy="9566948"/>
          </a:xfrm>
          <a:solidFill>
            <a:schemeClr val="tx1">
              <a:lumMod val="85000"/>
              <a:lumOff val="15000"/>
            </a:schemeClr>
          </a:solidFill>
        </p:spPr>
        <p:txBody>
          <a:bodyPr rtlCol="0" anchor="ctr">
            <a:normAutofit/>
          </a:bodyPr>
          <a:lstStyle>
            <a:lvl1pPr marL="0" indent="0" algn="ctr">
              <a:buNone/>
              <a:defRPr sz="1991" i="1"/>
            </a:lvl1pPr>
            <a:lvl2pPr marL="650138" indent="0">
              <a:buNone/>
              <a:defRPr sz="3982"/>
            </a:lvl2pPr>
            <a:lvl3pPr marL="1300277" indent="0">
              <a:buNone/>
              <a:defRPr sz="3413"/>
            </a:lvl3pPr>
            <a:lvl4pPr marL="1950415" indent="0">
              <a:buNone/>
              <a:defRPr sz="2844"/>
            </a:lvl4pPr>
            <a:lvl5pPr marL="2600554" indent="0">
              <a:buNone/>
              <a:defRPr sz="2844"/>
            </a:lvl5pPr>
            <a:lvl6pPr marL="3250692" indent="0">
              <a:buNone/>
              <a:defRPr sz="2844"/>
            </a:lvl6pPr>
            <a:lvl7pPr marL="3900830" indent="0">
              <a:buNone/>
              <a:defRPr sz="2844"/>
            </a:lvl7pPr>
            <a:lvl8pPr marL="4550969" indent="0">
              <a:buNone/>
              <a:defRPr sz="2844"/>
            </a:lvl8pPr>
            <a:lvl9pPr marL="5201107" indent="0">
              <a:buNone/>
              <a:defRPr sz="2844"/>
            </a:lvl9pPr>
          </a:lstStyle>
          <a:p>
            <a:pPr rtl="0"/>
            <a:r>
              <a:rPr lang="es-ES" noProof="0"/>
              <a:t>Inserte su imagen aquí</a:t>
            </a:r>
          </a:p>
        </p:txBody>
      </p:sp>
    </p:spTree>
    <p:extLst>
      <p:ext uri="{BB962C8B-B14F-4D97-AF65-F5344CB8AC3E}">
        <p14:creationId xmlns:p14="http://schemas.microsoft.com/office/powerpoint/2010/main" val="4162232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92689" y="519205"/>
            <a:ext cx="14962823" cy="1884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92689" y="2596022"/>
            <a:ext cx="14962823" cy="61875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192689" y="9038672"/>
            <a:ext cx="3903345" cy="519204"/>
          </a:xfrm>
          <a:prstGeom prst="rect">
            <a:avLst/>
          </a:prstGeom>
        </p:spPr>
        <p:txBody>
          <a:bodyPr vert="horz" lIns="91440" tIns="45720" rIns="91440" bIns="45720" rtlCol="0" anchor="ctr"/>
          <a:lstStyle>
            <a:lvl1pPr algn="l">
              <a:defRPr sz="1706">
                <a:solidFill>
                  <a:schemeClr val="tx1">
                    <a:tint val="75000"/>
                  </a:schemeClr>
                </a:solidFill>
              </a:defRPr>
            </a:lvl1pPr>
          </a:lstStyle>
          <a:p>
            <a:fld id="{9C6E1785-C22E-4906-AA19-8C3AAC79E681}" type="datetimeFigureOut">
              <a:rPr lang="es-ES" smtClean="0"/>
              <a:t>07/04/2023</a:t>
            </a:fld>
            <a:endParaRPr lang="es-ES"/>
          </a:p>
        </p:txBody>
      </p:sp>
      <p:sp>
        <p:nvSpPr>
          <p:cNvPr id="5" name="Footer Placeholder 4"/>
          <p:cNvSpPr>
            <a:spLocks noGrp="1"/>
          </p:cNvSpPr>
          <p:nvPr>
            <p:ph type="ftr" sz="quarter" idx="3"/>
          </p:nvPr>
        </p:nvSpPr>
        <p:spPr>
          <a:xfrm>
            <a:off x="5746591" y="9038672"/>
            <a:ext cx="5855018" cy="519204"/>
          </a:xfrm>
          <a:prstGeom prst="rect">
            <a:avLst/>
          </a:prstGeom>
        </p:spPr>
        <p:txBody>
          <a:bodyPr vert="horz" lIns="91440" tIns="45720" rIns="91440" bIns="45720" rtlCol="0" anchor="ctr"/>
          <a:lstStyle>
            <a:lvl1pPr algn="ctr">
              <a:defRPr sz="1706">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12252166" y="9038672"/>
            <a:ext cx="3903345" cy="519204"/>
          </a:xfrm>
          <a:prstGeom prst="rect">
            <a:avLst/>
          </a:prstGeom>
        </p:spPr>
        <p:txBody>
          <a:bodyPr vert="horz" lIns="91440" tIns="45720" rIns="91440" bIns="45720" rtlCol="0" anchor="ctr"/>
          <a:lstStyle>
            <a:lvl1pPr algn="r">
              <a:defRPr sz="1706">
                <a:solidFill>
                  <a:schemeClr val="tx1">
                    <a:tint val="75000"/>
                  </a:schemeClr>
                </a:solidFill>
              </a:defRPr>
            </a:lvl1pPr>
          </a:lstStyle>
          <a:p>
            <a:fld id="{03AA53BA-B84A-4F62-A79D-DF2FC23C7236}" type="slidenum">
              <a:rPr lang="es-ES" smtClean="0"/>
              <a:t>‹Nº›</a:t>
            </a:fld>
            <a:endParaRPr lang="es-ES"/>
          </a:p>
        </p:txBody>
      </p:sp>
    </p:spTree>
    <p:extLst>
      <p:ext uri="{BB962C8B-B14F-4D97-AF65-F5344CB8AC3E}">
        <p14:creationId xmlns:p14="http://schemas.microsoft.com/office/powerpoint/2010/main" val="9450439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txStyles>
    <p:title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p:titleStyle>
    <p:bodyStyle>
      <a:lvl1pPr marL="325069" indent="-325069" algn="l" defTabSz="1300277" rtl="0" eaLnBrk="1" latinLnBrk="0" hangingPunct="1">
        <a:lnSpc>
          <a:spcPct val="90000"/>
        </a:lnSpc>
        <a:spcBef>
          <a:spcPts val="1422"/>
        </a:spcBef>
        <a:buFont typeface="Arial" panose="020B0604020202020204" pitchFamily="34" charset="0"/>
        <a:buChar char="•"/>
        <a:defRPr sz="3982" kern="1200">
          <a:solidFill>
            <a:schemeClr val="tx1"/>
          </a:solidFill>
          <a:latin typeface="+mn-lt"/>
          <a:ea typeface="+mn-ea"/>
          <a:cs typeface="+mn-cs"/>
        </a:defRPr>
      </a:lvl1pPr>
      <a:lvl2pPr marL="975208" indent="-325069" algn="l" defTabSz="1300277" rtl="0" eaLnBrk="1" latinLnBrk="0" hangingPunct="1">
        <a:lnSpc>
          <a:spcPct val="90000"/>
        </a:lnSpc>
        <a:spcBef>
          <a:spcPts val="711"/>
        </a:spcBef>
        <a:buFont typeface="Arial" panose="020B0604020202020204" pitchFamily="34" charset="0"/>
        <a:buChar char="•"/>
        <a:defRPr sz="3413" kern="1200">
          <a:solidFill>
            <a:schemeClr val="tx1"/>
          </a:solidFill>
          <a:latin typeface="+mn-lt"/>
          <a:ea typeface="+mn-ea"/>
          <a:cs typeface="+mn-cs"/>
        </a:defRPr>
      </a:lvl2pPr>
      <a:lvl3pPr marL="1625346" indent="-325069" algn="l" defTabSz="1300277" rtl="0" eaLnBrk="1" latinLnBrk="0" hangingPunct="1">
        <a:lnSpc>
          <a:spcPct val="90000"/>
        </a:lnSpc>
        <a:spcBef>
          <a:spcPts val="711"/>
        </a:spcBef>
        <a:buFont typeface="Arial" panose="020B0604020202020204" pitchFamily="34" charset="0"/>
        <a:buChar char="•"/>
        <a:defRPr sz="2844" kern="1200">
          <a:solidFill>
            <a:schemeClr val="tx1"/>
          </a:solidFill>
          <a:latin typeface="+mn-lt"/>
          <a:ea typeface="+mn-ea"/>
          <a:cs typeface="+mn-cs"/>
        </a:defRPr>
      </a:lvl3pPr>
      <a:lvl4pPr marL="2275484"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4pPr>
      <a:lvl5pPr marL="2925623"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3.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hyperlink" Target="https://open.spotify.com/show/0DTEMygX8IVzq5OocKJXo3" TargetMode="External"/><Relationship Id="rId5" Type="http://schemas.openxmlformats.org/officeDocument/2006/relationships/image" Target="../media/image7.svg"/><Relationship Id="rId10" Type="http://schemas.openxmlformats.org/officeDocument/2006/relationships/hyperlink" Target="https://medium.com/@restevesd" TargetMode="External"/><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7.svg"/><Relationship Id="rId10" Type="http://schemas.openxmlformats.org/officeDocument/2006/relationships/hyperlink" Target="https://medium.com/@restevesd" TargetMode="External"/><Relationship Id="rId4" Type="http://schemas.openxmlformats.org/officeDocument/2006/relationships/image" Target="../media/image6.png"/><Relationship Id="rId9" Type="http://schemas.openxmlformats.org/officeDocument/2006/relationships/image" Target="../media/image11.svg"/></Relationships>
</file>

<file path=ppt/slides/_rels/slide8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5123145" y="2644591"/>
            <a:ext cx="11599102" cy="3833781"/>
          </a:xfrm>
          <a:prstGeom prst="rect">
            <a:avLst/>
          </a:prstGeom>
          <a:noFill/>
          <a:ln>
            <a:noFill/>
          </a:ln>
        </p:spPr>
        <p:txBody>
          <a:bodyPr spcFirstLastPara="1" vert="horz" wrap="square" lIns="130006" tIns="64985" rIns="130006" bIns="64985" rtlCol="0" anchor="b" anchorCtr="0">
            <a:noAutofit/>
          </a:bodyPr>
          <a:lstStyle/>
          <a:p>
            <a:pPr algn="l">
              <a:spcBef>
                <a:spcPts val="0"/>
              </a:spcBef>
              <a:buClr>
                <a:schemeClr val="dk1"/>
              </a:buClr>
              <a:buSzPts val="6000"/>
            </a:pPr>
            <a:r>
              <a:rPr lang="es-ES" sz="10400" b="1" dirty="0">
                <a:latin typeface="Roboto" panose="02000000000000000000" pitchFamily="2" charset="0"/>
                <a:ea typeface="Roboto" panose="02000000000000000000" pitchFamily="2" charset="0"/>
              </a:rPr>
              <a:t>Data </a:t>
            </a:r>
            <a:r>
              <a:rPr lang="es-ES" sz="10400" b="1" dirty="0" err="1">
                <a:latin typeface="Roboto" panose="02000000000000000000" pitchFamily="2" charset="0"/>
                <a:ea typeface="Roboto" panose="02000000000000000000" pitchFamily="2" charset="0"/>
              </a:rPr>
              <a:t>Cleaning</a:t>
            </a:r>
            <a:br>
              <a:rPr lang="es-ES" sz="12514" dirty="0"/>
            </a:br>
            <a:r>
              <a:rPr lang="es-ES" sz="11376" dirty="0">
                <a:latin typeface="Abadi Extra Light" panose="020B0604020202020204" pitchFamily="34" charset="0"/>
                <a:ea typeface="Tahoma" panose="020B0604030504040204" pitchFamily="34" charset="0"/>
                <a:cs typeface="Tahoma" panose="020B0604030504040204" pitchFamily="34" charset="0"/>
              </a:rPr>
              <a:t>SEE</a:t>
            </a:r>
            <a:endParaRPr sz="12514" dirty="0">
              <a:latin typeface="Abadi Extra Light" panose="020B0604020202020204" pitchFamily="34" charset="0"/>
              <a:ea typeface="Tahoma" panose="020B0604030504040204" pitchFamily="34" charset="0"/>
              <a:cs typeface="Tahoma" panose="020B0604030504040204" pitchFamily="34" charset="0"/>
            </a:endParaRPr>
          </a:p>
        </p:txBody>
      </p:sp>
      <p:pic>
        <p:nvPicPr>
          <p:cNvPr id="86" name="Google Shape;86;p13"/>
          <p:cNvPicPr preferRelativeResize="0"/>
          <p:nvPr/>
        </p:nvPicPr>
        <p:blipFill rotWithShape="1">
          <a:blip r:embed="rId3">
            <a:alphaModFix/>
          </a:blip>
          <a:srcRect l="11243" t="47699" r="62833" b="12989"/>
          <a:stretch/>
        </p:blipFill>
        <p:spPr>
          <a:xfrm>
            <a:off x="625953" y="2959115"/>
            <a:ext cx="4481577" cy="38337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4" name="CuadroTexto 3">
            <a:extLst>
              <a:ext uri="{FF2B5EF4-FFF2-40B4-BE49-F238E27FC236}">
                <a16:creationId xmlns:a16="http://schemas.microsoft.com/office/drawing/2014/main" id="{30B4557D-C926-4666-8417-762DF145655F}"/>
              </a:ext>
            </a:extLst>
          </p:cNvPr>
          <p:cNvSpPr txBox="1"/>
          <p:nvPr/>
        </p:nvSpPr>
        <p:spPr>
          <a:xfrm>
            <a:off x="1743848" y="737245"/>
            <a:ext cx="3984809" cy="792396"/>
          </a:xfrm>
          <a:prstGeom prst="rect">
            <a:avLst/>
          </a:prstGeom>
          <a:noFill/>
        </p:spPr>
        <p:txBody>
          <a:bodyPr wrap="none" rtlCol="0">
            <a:spAutoFit/>
          </a:bodyPr>
          <a:lstStyle/>
          <a:p>
            <a:r>
              <a:rPr lang="es-EC" sz="4549" dirty="0"/>
              <a:t>Roberto Esteves</a:t>
            </a:r>
          </a:p>
        </p:txBody>
      </p:sp>
      <p:pic>
        <p:nvPicPr>
          <p:cNvPr id="6" name="Imagen 5">
            <a:extLst>
              <a:ext uri="{FF2B5EF4-FFF2-40B4-BE49-F238E27FC236}">
                <a16:creationId xmlns:a16="http://schemas.microsoft.com/office/drawing/2014/main" id="{78BF8119-75CD-42D2-B26D-74A984D52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287" y="0"/>
            <a:ext cx="9732672" cy="9745669"/>
          </a:xfrm>
          <a:prstGeom prst="rect">
            <a:avLst/>
          </a:prstGeom>
        </p:spPr>
      </p:pic>
      <p:sp>
        <p:nvSpPr>
          <p:cNvPr id="8" name="Rectángulo 7">
            <a:extLst>
              <a:ext uri="{FF2B5EF4-FFF2-40B4-BE49-F238E27FC236}">
                <a16:creationId xmlns:a16="http://schemas.microsoft.com/office/drawing/2014/main" id="{272F74F8-DE3D-4D35-9960-9323B598A6E4}"/>
              </a:ext>
            </a:extLst>
          </p:cNvPr>
          <p:cNvSpPr/>
          <p:nvPr/>
        </p:nvSpPr>
        <p:spPr>
          <a:xfrm>
            <a:off x="9540385" y="3173"/>
            <a:ext cx="7796535" cy="9745669"/>
          </a:xfrm>
          <a:prstGeom prst="rect">
            <a:avLst/>
          </a:prstGeom>
          <a:solidFill>
            <a:srgbClr val="6038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1989"/>
          </a:p>
        </p:txBody>
      </p:sp>
      <p:sp>
        <p:nvSpPr>
          <p:cNvPr id="9" name="Rectángulo 8">
            <a:extLst>
              <a:ext uri="{FF2B5EF4-FFF2-40B4-BE49-F238E27FC236}">
                <a16:creationId xmlns:a16="http://schemas.microsoft.com/office/drawing/2014/main" id="{F3A814A2-F905-48DF-BE34-65EA7DF7018F}"/>
              </a:ext>
            </a:extLst>
          </p:cNvPr>
          <p:cNvSpPr/>
          <p:nvPr/>
        </p:nvSpPr>
        <p:spPr>
          <a:xfrm>
            <a:off x="7187660" y="130908"/>
            <a:ext cx="10337149" cy="10065191"/>
          </a:xfrm>
          <a:prstGeom prst="rect">
            <a:avLst/>
          </a:prstGeom>
          <a:noFill/>
        </p:spPr>
        <p:txBody>
          <a:bodyPr wrap="square">
            <a:spAutoFit/>
          </a:bodyPr>
          <a:lstStyle/>
          <a:p>
            <a:pPr marL="1407656" lvl="1" indent="-541407">
              <a:buFont typeface="Arial" panose="020B0604020202020204" pitchFamily="34" charset="0"/>
              <a:buChar char="•"/>
            </a:pPr>
            <a:r>
              <a:rPr lang="es-EC" sz="3411" dirty="0">
                <a:solidFill>
                  <a:schemeClr val="bg1"/>
                </a:solidFill>
                <a:latin typeface="Roboto" panose="02000000000000000000" pitchFamily="2" charset="0"/>
                <a:ea typeface="Roboto" panose="02000000000000000000" pitchFamily="2" charset="0"/>
              </a:rPr>
              <a:t>Sub director de la SEE Núcleo del Guayas</a:t>
            </a:r>
          </a:p>
          <a:p>
            <a:pPr marL="1407656" lvl="1" indent="-541407">
              <a:buFont typeface="Arial" panose="020B0604020202020204" pitchFamily="34" charset="0"/>
              <a:buChar char="•"/>
            </a:pPr>
            <a:r>
              <a:rPr lang="es-EC" sz="3411" dirty="0">
                <a:solidFill>
                  <a:schemeClr val="bg1"/>
                </a:solidFill>
                <a:latin typeface="Roboto" panose="02000000000000000000" pitchFamily="2" charset="0"/>
                <a:ea typeface="Roboto" panose="02000000000000000000" pitchFamily="2" charset="0"/>
              </a:rPr>
              <a:t>SMCP – POCP – IMCP – DTCP – DMCP - SFCP </a:t>
            </a:r>
          </a:p>
          <a:p>
            <a:pPr marL="1407656" lvl="1" indent="-541407">
              <a:buFont typeface="Arial" panose="020B0604020202020204" pitchFamily="34" charset="0"/>
              <a:buChar char="•"/>
            </a:pPr>
            <a:r>
              <a:rPr lang="es-EC" sz="3411" dirty="0" err="1">
                <a:solidFill>
                  <a:schemeClr val="bg1"/>
                </a:solidFill>
                <a:latin typeface="Roboto" panose="02000000000000000000" pitchFamily="2" charset="0"/>
                <a:ea typeface="Roboto" panose="02000000000000000000" pitchFamily="2" charset="0"/>
              </a:rPr>
              <a:t>Design</a:t>
            </a:r>
            <a:r>
              <a:rPr lang="es-EC" sz="3411" dirty="0">
                <a:solidFill>
                  <a:schemeClr val="bg1"/>
                </a:solidFill>
                <a:latin typeface="Roboto" panose="02000000000000000000" pitchFamily="2" charset="0"/>
                <a:ea typeface="Roboto" panose="02000000000000000000" pitchFamily="2" charset="0"/>
              </a:rPr>
              <a:t> Thinking ESAN – IBM  - PLATZI – Casa Grande, </a:t>
            </a:r>
            <a:r>
              <a:rPr lang="es-EC" sz="3411" dirty="0" err="1">
                <a:solidFill>
                  <a:schemeClr val="bg1"/>
                </a:solidFill>
                <a:latin typeface="Roboto" panose="02000000000000000000" pitchFamily="2" charset="0"/>
                <a:ea typeface="Roboto" panose="02000000000000000000" pitchFamily="2" charset="0"/>
              </a:rPr>
              <a:t>Interaction-Design</a:t>
            </a:r>
            <a:endParaRPr lang="es-EC" sz="3411" dirty="0">
              <a:solidFill>
                <a:schemeClr val="bg1"/>
              </a:solidFill>
              <a:latin typeface="Roboto" panose="02000000000000000000" pitchFamily="2" charset="0"/>
              <a:ea typeface="Roboto" panose="02000000000000000000" pitchFamily="2" charset="0"/>
            </a:endParaRPr>
          </a:p>
          <a:p>
            <a:pPr marL="1407656" lvl="1" indent="-541407">
              <a:buFont typeface="Arial" panose="020B0604020202020204" pitchFamily="34" charset="0"/>
              <a:buChar char="•"/>
            </a:pPr>
            <a:r>
              <a:rPr lang="es-EC" sz="3411" dirty="0">
                <a:solidFill>
                  <a:schemeClr val="bg1"/>
                </a:solidFill>
                <a:latin typeface="Roboto" panose="02000000000000000000" pitchFamily="2" charset="0"/>
                <a:ea typeface="Roboto" panose="02000000000000000000" pitchFamily="2" charset="0"/>
              </a:rPr>
              <a:t>Certificado </a:t>
            </a:r>
            <a:r>
              <a:rPr lang="es-EC" sz="3411" dirty="0" err="1">
                <a:solidFill>
                  <a:schemeClr val="bg1"/>
                </a:solidFill>
                <a:latin typeface="Roboto" panose="02000000000000000000" pitchFamily="2" charset="0"/>
                <a:ea typeface="Roboto" panose="02000000000000000000" pitchFamily="2" charset="0"/>
              </a:rPr>
              <a:t>Hello</a:t>
            </a:r>
            <a:r>
              <a:rPr lang="es-EC" sz="3411" dirty="0">
                <a:solidFill>
                  <a:schemeClr val="bg1"/>
                </a:solidFill>
                <a:latin typeface="Roboto" panose="02000000000000000000" pitchFamily="2" charset="0"/>
                <a:ea typeface="Roboto" panose="02000000000000000000" pitchFamily="2" charset="0"/>
              </a:rPr>
              <a:t> </a:t>
            </a:r>
            <a:r>
              <a:rPr lang="es-EC" sz="3411" dirty="0" err="1">
                <a:solidFill>
                  <a:schemeClr val="bg1"/>
                </a:solidFill>
                <a:latin typeface="Roboto" panose="02000000000000000000" pitchFamily="2" charset="0"/>
                <a:ea typeface="Roboto" panose="02000000000000000000" pitchFamily="2" charset="0"/>
              </a:rPr>
              <a:t>Design</a:t>
            </a:r>
            <a:r>
              <a:rPr lang="es-EC" sz="3411" dirty="0">
                <a:solidFill>
                  <a:schemeClr val="bg1"/>
                </a:solidFill>
                <a:latin typeface="Roboto" panose="02000000000000000000" pitchFamily="2" charset="0"/>
                <a:ea typeface="Roboto" panose="02000000000000000000" pitchFamily="2" charset="0"/>
              </a:rPr>
              <a:t> Thinking – IDEO</a:t>
            </a:r>
          </a:p>
          <a:p>
            <a:pPr marL="1407656" lvl="1" indent="-541407">
              <a:buFont typeface="Arial" panose="020B0604020202020204" pitchFamily="34" charset="0"/>
              <a:buChar char="•"/>
            </a:pPr>
            <a:r>
              <a:rPr lang="en-US" sz="3411" dirty="0">
                <a:solidFill>
                  <a:schemeClr val="bg1"/>
                </a:solidFill>
                <a:latin typeface="Roboto" panose="02000000000000000000" pitchFamily="2" charset="0"/>
                <a:ea typeface="Roboto" panose="02000000000000000000" pitchFamily="2" charset="0"/>
              </a:rPr>
              <a:t>Marketing Digital INDEG – TEC Monterrey – IDE</a:t>
            </a:r>
          </a:p>
          <a:p>
            <a:pPr marL="1407656" lvl="1" indent="-541407">
              <a:buFont typeface="Arial" panose="020B0604020202020204" pitchFamily="34" charset="0"/>
              <a:buChar char="•"/>
            </a:pPr>
            <a:r>
              <a:rPr lang="en-US" sz="3411" dirty="0">
                <a:solidFill>
                  <a:schemeClr val="bg1"/>
                </a:solidFill>
                <a:latin typeface="Roboto" panose="02000000000000000000" pitchFamily="2" charset="0"/>
                <a:ea typeface="Roboto" panose="02000000000000000000" pitchFamily="2" charset="0"/>
              </a:rPr>
              <a:t>Nanodegree Data Science - NPL Udacity</a:t>
            </a:r>
            <a:endParaRPr lang="es-EC" sz="3411" dirty="0">
              <a:solidFill>
                <a:schemeClr val="bg1"/>
              </a:solidFill>
              <a:latin typeface="Roboto" panose="02000000000000000000" pitchFamily="2" charset="0"/>
              <a:ea typeface="Roboto" panose="02000000000000000000" pitchFamily="2" charset="0"/>
            </a:endParaRPr>
          </a:p>
          <a:p>
            <a:pPr marL="1407656" lvl="1" indent="-541407">
              <a:buFont typeface="Arial" panose="020B0604020202020204" pitchFamily="34" charset="0"/>
              <a:buChar char="•"/>
            </a:pPr>
            <a:r>
              <a:rPr lang="es-EC" sz="3411" dirty="0">
                <a:solidFill>
                  <a:schemeClr val="bg1"/>
                </a:solidFill>
                <a:latin typeface="Roboto" panose="02000000000000000000" pitchFamily="2" charset="0"/>
                <a:ea typeface="Roboto" panose="02000000000000000000" pitchFamily="2" charset="0"/>
              </a:rPr>
              <a:t>Director </a:t>
            </a:r>
            <a:r>
              <a:rPr lang="es-EC" sz="3411" dirty="0" err="1">
                <a:solidFill>
                  <a:schemeClr val="bg1"/>
                </a:solidFill>
                <a:latin typeface="Roboto" panose="02000000000000000000" pitchFamily="2" charset="0"/>
                <a:ea typeface="Roboto" panose="02000000000000000000" pitchFamily="2" charset="0"/>
              </a:rPr>
              <a:t>WakeupBrain</a:t>
            </a:r>
            <a:r>
              <a:rPr lang="es-EC" sz="3411" dirty="0">
                <a:solidFill>
                  <a:schemeClr val="bg1"/>
                </a:solidFill>
                <a:latin typeface="Roboto" panose="02000000000000000000" pitchFamily="2" charset="0"/>
                <a:ea typeface="Roboto" panose="02000000000000000000" pitchFamily="2" charset="0"/>
              </a:rPr>
              <a:t> </a:t>
            </a:r>
            <a:r>
              <a:rPr lang="es-EC" sz="3411" dirty="0" err="1">
                <a:solidFill>
                  <a:schemeClr val="bg1"/>
                </a:solidFill>
                <a:latin typeface="Roboto" panose="02000000000000000000" pitchFamily="2" charset="0"/>
                <a:ea typeface="Roboto" panose="02000000000000000000" pitchFamily="2" charset="0"/>
              </a:rPr>
              <a:t>Academy</a:t>
            </a:r>
            <a:r>
              <a:rPr lang="es-EC" sz="3411" dirty="0">
                <a:solidFill>
                  <a:schemeClr val="bg1"/>
                </a:solidFill>
                <a:latin typeface="Roboto" panose="02000000000000000000" pitchFamily="2" charset="0"/>
                <a:ea typeface="Roboto" panose="02000000000000000000" pitchFamily="2" charset="0"/>
              </a:rPr>
              <a:t> Ecuador</a:t>
            </a:r>
          </a:p>
          <a:p>
            <a:pPr marL="1407656" lvl="1" indent="-541407">
              <a:buFont typeface="Arial" panose="020B0604020202020204" pitchFamily="34" charset="0"/>
              <a:buChar char="•"/>
            </a:pPr>
            <a:r>
              <a:rPr lang="es-EC" sz="3411" dirty="0">
                <a:solidFill>
                  <a:schemeClr val="bg1"/>
                </a:solidFill>
                <a:latin typeface="Roboto" panose="02000000000000000000" pitchFamily="2" charset="0"/>
                <a:ea typeface="Roboto" panose="02000000000000000000" pitchFamily="2" charset="0"/>
              </a:rPr>
              <a:t>Data </a:t>
            </a:r>
            <a:r>
              <a:rPr lang="es-EC" sz="3411" dirty="0" err="1">
                <a:solidFill>
                  <a:schemeClr val="bg1"/>
                </a:solidFill>
                <a:latin typeface="Roboto" panose="02000000000000000000" pitchFamily="2" charset="0"/>
                <a:ea typeface="Roboto" panose="02000000000000000000" pitchFamily="2" charset="0"/>
              </a:rPr>
              <a:t>Science</a:t>
            </a:r>
            <a:r>
              <a:rPr lang="es-EC" sz="3411" dirty="0">
                <a:solidFill>
                  <a:schemeClr val="bg1"/>
                </a:solidFill>
                <a:latin typeface="Roboto" panose="02000000000000000000" pitchFamily="2" charset="0"/>
                <a:ea typeface="Roboto" panose="02000000000000000000" pitchFamily="2" charset="0"/>
              </a:rPr>
              <a:t> certificado IBM, SEE, </a:t>
            </a:r>
            <a:r>
              <a:rPr lang="es-EC" sz="3411" dirty="0" err="1">
                <a:solidFill>
                  <a:schemeClr val="bg1"/>
                </a:solidFill>
                <a:latin typeface="Roboto" panose="02000000000000000000" pitchFamily="2" charset="0"/>
                <a:ea typeface="Roboto" panose="02000000000000000000" pitchFamily="2" charset="0"/>
              </a:rPr>
              <a:t>Platzi</a:t>
            </a:r>
            <a:endParaRPr lang="es-EC" sz="3411" dirty="0">
              <a:solidFill>
                <a:schemeClr val="bg1"/>
              </a:solidFill>
              <a:latin typeface="Roboto" panose="02000000000000000000" pitchFamily="2" charset="0"/>
              <a:ea typeface="Roboto" panose="02000000000000000000" pitchFamily="2" charset="0"/>
            </a:endParaRPr>
          </a:p>
          <a:p>
            <a:pPr marL="1407656" lvl="1" indent="-541407">
              <a:buFont typeface="Arial" panose="020B0604020202020204" pitchFamily="34" charset="0"/>
              <a:buChar char="•"/>
            </a:pPr>
            <a:r>
              <a:rPr lang="es-EC" sz="3411" dirty="0" err="1">
                <a:solidFill>
                  <a:schemeClr val="bg1"/>
                </a:solidFill>
                <a:latin typeface="Roboto" panose="02000000000000000000" pitchFamily="2" charset="0"/>
                <a:ea typeface="Roboto" panose="02000000000000000000" pitchFamily="2" charset="0"/>
              </a:rPr>
              <a:t>Fellow</a:t>
            </a:r>
            <a:r>
              <a:rPr lang="es-EC" sz="3411" dirty="0">
                <a:solidFill>
                  <a:schemeClr val="bg1"/>
                </a:solidFill>
                <a:latin typeface="Roboto" panose="02000000000000000000" pitchFamily="2" charset="0"/>
                <a:ea typeface="Roboto" panose="02000000000000000000" pitchFamily="2" charset="0"/>
              </a:rPr>
              <a:t> AI </a:t>
            </a:r>
            <a:r>
              <a:rPr lang="es-EC" sz="3411" dirty="0" err="1">
                <a:solidFill>
                  <a:schemeClr val="bg1"/>
                </a:solidFill>
                <a:latin typeface="Roboto" panose="02000000000000000000" pitchFamily="2" charset="0"/>
                <a:ea typeface="Roboto" panose="02000000000000000000" pitchFamily="2" charset="0"/>
              </a:rPr>
              <a:t>Saturday</a:t>
            </a:r>
            <a:r>
              <a:rPr lang="es-EC" sz="3411" dirty="0">
                <a:solidFill>
                  <a:schemeClr val="bg1"/>
                </a:solidFill>
                <a:latin typeface="Roboto" panose="02000000000000000000" pitchFamily="2" charset="0"/>
                <a:ea typeface="Roboto" panose="02000000000000000000" pitchFamily="2" charset="0"/>
              </a:rPr>
              <a:t>.</a:t>
            </a:r>
          </a:p>
          <a:p>
            <a:pPr marL="1407656" lvl="1" indent="-541407">
              <a:buFont typeface="Arial" panose="020B0604020202020204" pitchFamily="34" charset="0"/>
              <a:buChar char="•"/>
            </a:pPr>
            <a:r>
              <a:rPr lang="es-EC" sz="3411" dirty="0">
                <a:solidFill>
                  <a:schemeClr val="bg1"/>
                </a:solidFill>
                <a:latin typeface="Roboto" panose="02000000000000000000" pitchFamily="2" charset="0"/>
                <a:ea typeface="Roboto" panose="02000000000000000000" pitchFamily="2" charset="0"/>
              </a:rPr>
              <a:t>Instructor de Innovación, MKT Digital y </a:t>
            </a:r>
            <a:r>
              <a:rPr lang="es-EC" sz="3411" dirty="0" err="1">
                <a:solidFill>
                  <a:schemeClr val="bg1"/>
                </a:solidFill>
                <a:latin typeface="Roboto" panose="02000000000000000000" pitchFamily="2" charset="0"/>
                <a:ea typeface="Roboto" panose="02000000000000000000" pitchFamily="2" charset="0"/>
              </a:rPr>
              <a:t>Design</a:t>
            </a:r>
            <a:r>
              <a:rPr lang="es-EC" sz="3411" dirty="0">
                <a:solidFill>
                  <a:schemeClr val="bg1"/>
                </a:solidFill>
                <a:latin typeface="Roboto" panose="02000000000000000000" pitchFamily="2" charset="0"/>
                <a:ea typeface="Roboto" panose="02000000000000000000" pitchFamily="2" charset="0"/>
              </a:rPr>
              <a:t> Thinking</a:t>
            </a:r>
          </a:p>
          <a:p>
            <a:pPr marL="1407656" lvl="1" indent="-541407">
              <a:buFont typeface="Arial" panose="020B0604020202020204" pitchFamily="34" charset="0"/>
              <a:buChar char="•"/>
            </a:pPr>
            <a:r>
              <a:rPr lang="en-US" sz="3411" dirty="0" err="1">
                <a:solidFill>
                  <a:srgbClr val="FFFF00"/>
                </a:solidFill>
                <a:latin typeface="Roboto" panose="02000000000000000000" pitchFamily="2" charset="0"/>
                <a:ea typeface="Roboto" panose="02000000000000000000" pitchFamily="2" charset="0"/>
              </a:rPr>
              <a:t>Subgerente</a:t>
            </a:r>
            <a:r>
              <a:rPr lang="en-US" sz="3411" dirty="0">
                <a:solidFill>
                  <a:srgbClr val="FFFF00"/>
                </a:solidFill>
                <a:latin typeface="Roboto" panose="02000000000000000000" pitchFamily="2" charset="0"/>
                <a:ea typeface="Roboto" panose="02000000000000000000" pitchFamily="2" charset="0"/>
              </a:rPr>
              <a:t> de </a:t>
            </a:r>
            <a:r>
              <a:rPr lang="en-US" sz="3411" dirty="0" err="1">
                <a:solidFill>
                  <a:srgbClr val="FFFF00"/>
                </a:solidFill>
                <a:latin typeface="Roboto" panose="02000000000000000000" pitchFamily="2" charset="0"/>
                <a:ea typeface="Roboto" panose="02000000000000000000" pitchFamily="2" charset="0"/>
              </a:rPr>
              <a:t>Mercadeo</a:t>
            </a:r>
            <a:r>
              <a:rPr lang="en-US" sz="3411" dirty="0">
                <a:solidFill>
                  <a:srgbClr val="FFFF00"/>
                </a:solidFill>
                <a:latin typeface="Roboto" panose="02000000000000000000" pitchFamily="2" charset="0"/>
                <a:ea typeface="Roboto" panose="02000000000000000000" pitchFamily="2" charset="0"/>
              </a:rPr>
              <a:t> Banco Guayaquil</a:t>
            </a:r>
          </a:p>
          <a:p>
            <a:pPr marL="1407656" lvl="1" indent="-541407">
              <a:buFont typeface="Arial" panose="020B0604020202020204" pitchFamily="34" charset="0"/>
              <a:buChar char="•"/>
            </a:pPr>
            <a:r>
              <a:rPr lang="en-US" sz="3411" dirty="0" err="1">
                <a:solidFill>
                  <a:srgbClr val="FFFF00"/>
                </a:solidFill>
                <a:latin typeface="Roboto" panose="02000000000000000000" pitchFamily="2" charset="0"/>
                <a:ea typeface="Roboto" panose="02000000000000000000" pitchFamily="2" charset="0"/>
              </a:rPr>
              <a:t>Gerente</a:t>
            </a:r>
            <a:r>
              <a:rPr lang="en-US" sz="3411" dirty="0">
                <a:solidFill>
                  <a:srgbClr val="FFFF00"/>
                </a:solidFill>
                <a:latin typeface="Roboto" panose="02000000000000000000" pitchFamily="2" charset="0"/>
                <a:ea typeface="Roboto" panose="02000000000000000000" pitchFamily="2" charset="0"/>
              </a:rPr>
              <a:t> de TI Grupo </a:t>
            </a:r>
            <a:r>
              <a:rPr lang="en-US" sz="3411" dirty="0" err="1">
                <a:solidFill>
                  <a:srgbClr val="FFFF00"/>
                </a:solidFill>
                <a:latin typeface="Roboto" panose="02000000000000000000" pitchFamily="2" charset="0"/>
                <a:ea typeface="Roboto" panose="02000000000000000000" pitchFamily="2" charset="0"/>
              </a:rPr>
              <a:t>Granasa</a:t>
            </a:r>
            <a:endParaRPr lang="en-US" sz="3411" dirty="0">
              <a:solidFill>
                <a:srgbClr val="FFFF00"/>
              </a:solidFill>
              <a:latin typeface="Roboto" panose="02000000000000000000" pitchFamily="2" charset="0"/>
              <a:ea typeface="Roboto" panose="02000000000000000000" pitchFamily="2" charset="0"/>
            </a:endParaRPr>
          </a:p>
          <a:p>
            <a:pPr marL="1407656" lvl="1" indent="-541407">
              <a:buFont typeface="Arial" panose="020B0604020202020204" pitchFamily="34" charset="0"/>
              <a:buChar char="•"/>
            </a:pPr>
            <a:r>
              <a:rPr lang="en-US" sz="3411" dirty="0" err="1">
                <a:solidFill>
                  <a:srgbClr val="FFFF00"/>
                </a:solidFill>
                <a:latin typeface="Roboto" panose="02000000000000000000" pitchFamily="2" charset="0"/>
                <a:ea typeface="Roboto" panose="02000000000000000000" pitchFamily="2" charset="0"/>
              </a:rPr>
              <a:t>Gerente</a:t>
            </a:r>
            <a:r>
              <a:rPr lang="en-US" sz="3411" dirty="0">
                <a:solidFill>
                  <a:srgbClr val="FFFF00"/>
                </a:solidFill>
                <a:latin typeface="Roboto" panose="02000000000000000000" pitchFamily="2" charset="0"/>
                <a:ea typeface="Roboto" panose="02000000000000000000" pitchFamily="2" charset="0"/>
              </a:rPr>
              <a:t> de </a:t>
            </a:r>
            <a:r>
              <a:rPr lang="en-US" sz="3411" dirty="0" err="1">
                <a:solidFill>
                  <a:srgbClr val="FFFF00"/>
                </a:solidFill>
                <a:latin typeface="Roboto" panose="02000000000000000000" pitchFamily="2" charset="0"/>
                <a:ea typeface="Roboto" panose="02000000000000000000" pitchFamily="2" charset="0"/>
              </a:rPr>
              <a:t>Innovación</a:t>
            </a:r>
            <a:r>
              <a:rPr lang="en-US" sz="3411" dirty="0">
                <a:solidFill>
                  <a:srgbClr val="FFFF00"/>
                </a:solidFill>
                <a:latin typeface="Roboto" panose="02000000000000000000" pitchFamily="2" charset="0"/>
                <a:ea typeface="Roboto" panose="02000000000000000000" pitchFamily="2" charset="0"/>
              </a:rPr>
              <a:t> Eclipdata</a:t>
            </a:r>
          </a:p>
          <a:p>
            <a:pPr marL="1407656" lvl="1" indent="-541407">
              <a:buFont typeface="Arial" panose="020B0604020202020204" pitchFamily="34" charset="0"/>
              <a:buChar char="•"/>
            </a:pPr>
            <a:r>
              <a:rPr lang="en-US" sz="3411" dirty="0" err="1">
                <a:solidFill>
                  <a:srgbClr val="FFFF00"/>
                </a:solidFill>
                <a:latin typeface="Roboto" panose="02000000000000000000" pitchFamily="2" charset="0"/>
                <a:ea typeface="Roboto" panose="02000000000000000000" pitchFamily="2" charset="0"/>
              </a:rPr>
              <a:t>Gerente</a:t>
            </a:r>
            <a:r>
              <a:rPr lang="en-US" sz="3411" dirty="0">
                <a:solidFill>
                  <a:srgbClr val="FFFF00"/>
                </a:solidFill>
                <a:latin typeface="Roboto" panose="02000000000000000000" pitchFamily="2" charset="0"/>
                <a:ea typeface="Roboto" panose="02000000000000000000" pitchFamily="2" charset="0"/>
              </a:rPr>
              <a:t> General </a:t>
            </a:r>
            <a:r>
              <a:rPr lang="en-US" sz="3411" dirty="0" err="1">
                <a:solidFill>
                  <a:srgbClr val="FFFF00"/>
                </a:solidFill>
                <a:latin typeface="Roboto" panose="02000000000000000000" pitchFamily="2" charset="0"/>
                <a:ea typeface="Roboto" panose="02000000000000000000" pitchFamily="2" charset="0"/>
              </a:rPr>
              <a:t>Masapp</a:t>
            </a:r>
            <a:endParaRPr lang="en-US" sz="3411" dirty="0">
              <a:solidFill>
                <a:srgbClr val="FFFF00"/>
              </a:solidFill>
              <a:latin typeface="Roboto" panose="02000000000000000000" pitchFamily="2" charset="0"/>
              <a:ea typeface="Roboto" panose="02000000000000000000" pitchFamily="2" charset="0"/>
            </a:endParaRPr>
          </a:p>
          <a:p>
            <a:pPr marL="866251" lvl="1"/>
            <a:endParaRPr lang="es-EC" sz="3411"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67519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a:extLst>
              <a:ext uri="{FF2B5EF4-FFF2-40B4-BE49-F238E27FC236}">
                <a16:creationId xmlns:a16="http://schemas.microsoft.com/office/drawing/2014/main" id="{DA35EF7D-BB48-471E-B87D-5F286E27E39D}"/>
              </a:ext>
            </a:extLst>
          </p:cNvPr>
          <p:cNvSpPr txBox="1"/>
          <p:nvPr/>
        </p:nvSpPr>
        <p:spPr>
          <a:xfrm>
            <a:off x="4655029" y="2106848"/>
            <a:ext cx="2925929" cy="398699"/>
          </a:xfrm>
          <a:prstGeom prst="rect">
            <a:avLst/>
          </a:prstGeom>
          <a:noFill/>
        </p:spPr>
        <p:txBody>
          <a:bodyPr wrap="none" rtlCol="0">
            <a:spAutoFit/>
          </a:bodyPr>
          <a:lstStyle/>
          <a:p>
            <a:r>
              <a:rPr lang="es-EC" sz="1991" dirty="0"/>
              <a:t>@</a:t>
            </a:r>
            <a:r>
              <a:rPr lang="es-EC" sz="1991" dirty="0" err="1"/>
              <a:t>roberto.esteves.delgado</a:t>
            </a:r>
            <a:endParaRPr lang="es-EC" sz="1991" dirty="0"/>
          </a:p>
        </p:txBody>
      </p:sp>
      <p:pic>
        <p:nvPicPr>
          <p:cNvPr id="17" name="Gráfico 16">
            <a:extLst>
              <a:ext uri="{FF2B5EF4-FFF2-40B4-BE49-F238E27FC236}">
                <a16:creationId xmlns:a16="http://schemas.microsoft.com/office/drawing/2014/main" id="{47DA2098-AE82-420E-AEB2-903E7A08ED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61410" y="3960300"/>
            <a:ext cx="1493134" cy="1493134"/>
          </a:xfrm>
          <a:prstGeom prst="rect">
            <a:avLst/>
          </a:prstGeom>
        </p:spPr>
      </p:pic>
      <p:pic>
        <p:nvPicPr>
          <p:cNvPr id="18" name="Gráfico 17">
            <a:extLst>
              <a:ext uri="{FF2B5EF4-FFF2-40B4-BE49-F238E27FC236}">
                <a16:creationId xmlns:a16="http://schemas.microsoft.com/office/drawing/2014/main" id="{5897798F-C68C-4856-9314-ED32D26064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72279" y="4025905"/>
            <a:ext cx="1493134" cy="1493134"/>
          </a:xfrm>
          <a:prstGeom prst="rect">
            <a:avLst/>
          </a:prstGeom>
        </p:spPr>
      </p:pic>
      <p:pic>
        <p:nvPicPr>
          <p:cNvPr id="19" name="Gráfico 18">
            <a:extLst>
              <a:ext uri="{FF2B5EF4-FFF2-40B4-BE49-F238E27FC236}">
                <a16:creationId xmlns:a16="http://schemas.microsoft.com/office/drawing/2014/main" id="{9199B5D2-67FD-4A63-BAF6-326E2B3A2A6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66166" y="1771724"/>
            <a:ext cx="1493134" cy="1493134"/>
          </a:xfrm>
          <a:prstGeom prst="rect">
            <a:avLst/>
          </a:prstGeom>
        </p:spPr>
      </p:pic>
      <p:pic>
        <p:nvPicPr>
          <p:cNvPr id="20" name="Gráfico 19">
            <a:extLst>
              <a:ext uri="{FF2B5EF4-FFF2-40B4-BE49-F238E27FC236}">
                <a16:creationId xmlns:a16="http://schemas.microsoft.com/office/drawing/2014/main" id="{9C2C14C7-B54E-4A37-8EDA-37E62FA580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88337" y="1617199"/>
            <a:ext cx="1493132" cy="1493132"/>
          </a:xfrm>
          <a:prstGeom prst="rect">
            <a:avLst/>
          </a:prstGeom>
        </p:spPr>
      </p:pic>
      <p:sp>
        <p:nvSpPr>
          <p:cNvPr id="21" name="Rectángulo 20">
            <a:extLst>
              <a:ext uri="{FF2B5EF4-FFF2-40B4-BE49-F238E27FC236}">
                <a16:creationId xmlns:a16="http://schemas.microsoft.com/office/drawing/2014/main" id="{80732668-A105-4F63-A973-3FF38B581D10}"/>
              </a:ext>
            </a:extLst>
          </p:cNvPr>
          <p:cNvSpPr/>
          <p:nvPr/>
        </p:nvSpPr>
        <p:spPr>
          <a:xfrm>
            <a:off x="11728069" y="4419270"/>
            <a:ext cx="2170133" cy="398699"/>
          </a:xfrm>
          <a:prstGeom prst="rect">
            <a:avLst/>
          </a:prstGeom>
        </p:spPr>
        <p:txBody>
          <a:bodyPr wrap="square">
            <a:spAutoFit/>
          </a:bodyPr>
          <a:lstStyle/>
          <a:p>
            <a:r>
              <a:rPr lang="es-EC" sz="1991" dirty="0"/>
              <a:t>/in/</a:t>
            </a:r>
            <a:r>
              <a:rPr lang="es-EC" sz="1991" dirty="0" err="1"/>
              <a:t>restevesd</a:t>
            </a:r>
            <a:r>
              <a:rPr lang="es-EC" sz="1991" dirty="0"/>
              <a:t>/</a:t>
            </a:r>
          </a:p>
        </p:txBody>
      </p:sp>
      <p:sp>
        <p:nvSpPr>
          <p:cNvPr id="22" name="Rectángulo 21">
            <a:extLst>
              <a:ext uri="{FF2B5EF4-FFF2-40B4-BE49-F238E27FC236}">
                <a16:creationId xmlns:a16="http://schemas.microsoft.com/office/drawing/2014/main" id="{7FE9D9BF-C977-4BDA-8C1B-B50A57C5C0F9}"/>
              </a:ext>
            </a:extLst>
          </p:cNvPr>
          <p:cNvSpPr/>
          <p:nvPr/>
        </p:nvSpPr>
        <p:spPr>
          <a:xfrm>
            <a:off x="11744125" y="2106848"/>
            <a:ext cx="1140184" cy="398699"/>
          </a:xfrm>
          <a:prstGeom prst="rect">
            <a:avLst/>
          </a:prstGeom>
        </p:spPr>
        <p:txBody>
          <a:bodyPr wrap="none">
            <a:spAutoFit/>
          </a:bodyPr>
          <a:lstStyle/>
          <a:p>
            <a:r>
              <a:rPr lang="es-EC" sz="1991" dirty="0"/>
              <a:t>/</a:t>
            </a:r>
            <a:r>
              <a:rPr lang="es-EC" sz="1991" dirty="0" err="1"/>
              <a:t>resteves</a:t>
            </a:r>
            <a:endParaRPr lang="es-EC" sz="1991" dirty="0"/>
          </a:p>
        </p:txBody>
      </p:sp>
      <p:sp>
        <p:nvSpPr>
          <p:cNvPr id="23" name="Rectángulo 22">
            <a:extLst>
              <a:ext uri="{FF2B5EF4-FFF2-40B4-BE49-F238E27FC236}">
                <a16:creationId xmlns:a16="http://schemas.microsoft.com/office/drawing/2014/main" id="{5288F8DF-39AA-418F-B396-A93FD63B0D75}"/>
              </a:ext>
            </a:extLst>
          </p:cNvPr>
          <p:cNvSpPr/>
          <p:nvPr/>
        </p:nvSpPr>
        <p:spPr>
          <a:xfrm>
            <a:off x="5038936" y="4419272"/>
            <a:ext cx="1403076" cy="398699"/>
          </a:xfrm>
          <a:prstGeom prst="rect">
            <a:avLst/>
          </a:prstGeom>
        </p:spPr>
        <p:txBody>
          <a:bodyPr wrap="none">
            <a:spAutoFit/>
          </a:bodyPr>
          <a:lstStyle/>
          <a:p>
            <a:r>
              <a:rPr lang="es-EC" sz="1991" dirty="0"/>
              <a:t>@</a:t>
            </a:r>
            <a:r>
              <a:rPr lang="es-EC" sz="1991" dirty="0" err="1"/>
              <a:t>restevesd</a:t>
            </a:r>
            <a:endParaRPr lang="es-EC" sz="1991" dirty="0"/>
          </a:p>
        </p:txBody>
      </p:sp>
      <p:sp>
        <p:nvSpPr>
          <p:cNvPr id="2" name="Rectángulo 1">
            <a:extLst>
              <a:ext uri="{FF2B5EF4-FFF2-40B4-BE49-F238E27FC236}">
                <a16:creationId xmlns:a16="http://schemas.microsoft.com/office/drawing/2014/main" id="{6A4CBA19-A869-4E47-B8E4-03C17A32B11C}"/>
              </a:ext>
            </a:extLst>
          </p:cNvPr>
          <p:cNvSpPr/>
          <p:nvPr/>
        </p:nvSpPr>
        <p:spPr>
          <a:xfrm>
            <a:off x="11652716" y="6940468"/>
            <a:ext cx="4015487" cy="398699"/>
          </a:xfrm>
          <a:prstGeom prst="rect">
            <a:avLst/>
          </a:prstGeom>
        </p:spPr>
        <p:txBody>
          <a:bodyPr wrap="square">
            <a:spAutoFit/>
          </a:bodyPr>
          <a:lstStyle/>
          <a:p>
            <a:r>
              <a:rPr lang="es-EC" sz="1991" dirty="0">
                <a:hlinkClick r:id="rId10"/>
              </a:rPr>
              <a:t>https</a:t>
            </a:r>
            <a:r>
              <a:rPr lang="es-EC" sz="1991" dirty="0">
                <a:hlinkClick r:id="rId10">
                  <a:extLst>
                    <a:ext uri="{A12FA001-AC4F-418D-AE19-62706E023703}">
                      <ahyp:hlinkClr xmlns:ahyp="http://schemas.microsoft.com/office/drawing/2018/hyperlinkcolor" val="tx"/>
                    </a:ext>
                  </a:extLst>
                </a:hlinkClick>
              </a:rPr>
              <a:t>://</a:t>
            </a:r>
            <a:r>
              <a:rPr lang="es-EC" sz="1991" dirty="0">
                <a:hlinkClick r:id="rId10"/>
              </a:rPr>
              <a:t>medium.com/@restevesd</a:t>
            </a:r>
            <a:endParaRPr lang="es-EC" sz="1991" dirty="0"/>
          </a:p>
        </p:txBody>
      </p:sp>
      <p:sp>
        <p:nvSpPr>
          <p:cNvPr id="3" name="Rectángulo 2">
            <a:extLst>
              <a:ext uri="{FF2B5EF4-FFF2-40B4-BE49-F238E27FC236}">
                <a16:creationId xmlns:a16="http://schemas.microsoft.com/office/drawing/2014/main" id="{536B22BD-4F4B-43D2-8B1D-1E49424EDA76}"/>
              </a:ext>
            </a:extLst>
          </p:cNvPr>
          <p:cNvSpPr/>
          <p:nvPr/>
        </p:nvSpPr>
        <p:spPr>
          <a:xfrm>
            <a:off x="5038938" y="6787290"/>
            <a:ext cx="4149413" cy="705065"/>
          </a:xfrm>
          <a:prstGeom prst="rect">
            <a:avLst/>
          </a:prstGeom>
        </p:spPr>
        <p:txBody>
          <a:bodyPr wrap="square">
            <a:spAutoFit/>
          </a:bodyPr>
          <a:lstStyle/>
          <a:p>
            <a:r>
              <a:rPr lang="es-EC" sz="1991" dirty="0">
                <a:hlinkClick r:id="rId11"/>
              </a:rPr>
              <a:t>https://open.spotify.com/show/0DTEMygX8IVzq5OocKJXo3</a:t>
            </a:r>
            <a:endParaRPr lang="es-EC" sz="1991" dirty="0"/>
          </a:p>
        </p:txBody>
      </p:sp>
      <p:pic>
        <p:nvPicPr>
          <p:cNvPr id="2050" name="Picture 2">
            <a:extLst>
              <a:ext uri="{FF2B5EF4-FFF2-40B4-BE49-F238E27FC236}">
                <a16:creationId xmlns:a16="http://schemas.microsoft.com/office/drawing/2014/main" id="{D3515D9B-EDDB-4D48-9431-A847F070C98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88336" y="6434614"/>
            <a:ext cx="1493134" cy="14931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log, medium, medium logo icon">
            <a:extLst>
              <a:ext uri="{FF2B5EF4-FFF2-40B4-BE49-F238E27FC236}">
                <a16:creationId xmlns:a16="http://schemas.microsoft.com/office/drawing/2014/main" id="{E2A14A17-98B5-48FE-B617-7A5C3FCD580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661409" y="6487158"/>
            <a:ext cx="1493134" cy="1493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4635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rgbClr val="FFFFFF"/>
            </a:gs>
            <a:gs pos="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rPr>
              <a:t>Día 1</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3787719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0" y="4280452"/>
            <a:ext cx="17348200" cy="1220890"/>
          </a:xfrm>
          <a:prstGeom prst="rect">
            <a:avLst/>
          </a:prstGeom>
          <a:solidFill>
            <a:schemeClr val="accent1">
              <a:lumMod val="75000"/>
            </a:schemeClr>
          </a:solid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5900" b="1" dirty="0">
                <a:solidFill>
                  <a:schemeClr val="bg1"/>
                </a:solidFill>
                <a:latin typeface="Roboto" panose="02000000000000000000" pitchFamily="2" charset="0"/>
                <a:ea typeface="Roboto" panose="02000000000000000000" pitchFamily="2" charset="0"/>
              </a:rPr>
              <a:t>¿  De qué país o ciudad nos estamos conectando ?</a:t>
            </a:r>
            <a:endParaRPr lang="es-ES" sz="5900" dirty="0">
              <a:solidFill>
                <a:schemeClr val="bg1"/>
              </a:solidFill>
              <a:latin typeface="Abadi Extra Light" panose="020B0604020202020204" pitchFamily="34" charset="0"/>
              <a:ea typeface="Tahoma" panose="020B0604030504040204" pitchFamily="34" charset="0"/>
              <a:cs typeface="Tahoma" panose="020B0604030504040204" pitchFamily="34" charset="0"/>
            </a:endParaRPr>
          </a:p>
        </p:txBody>
      </p:sp>
      <p:sp>
        <p:nvSpPr>
          <p:cNvPr id="4" name="CuadroTexto 3">
            <a:extLst>
              <a:ext uri="{FF2B5EF4-FFF2-40B4-BE49-F238E27FC236}">
                <a16:creationId xmlns:a16="http://schemas.microsoft.com/office/drawing/2014/main" id="{590C3353-F931-41F4-8F89-C713CCC7554A}"/>
              </a:ext>
            </a:extLst>
          </p:cNvPr>
          <p:cNvSpPr txBox="1"/>
          <p:nvPr/>
        </p:nvSpPr>
        <p:spPr>
          <a:xfrm>
            <a:off x="4158687" y="6101225"/>
            <a:ext cx="8674274" cy="486415"/>
          </a:xfrm>
          <a:prstGeom prst="rect">
            <a:avLst/>
          </a:prstGeom>
          <a:noFill/>
        </p:spPr>
        <p:txBody>
          <a:bodyPr wrap="square">
            <a:spAutoFit/>
          </a:bodyPr>
          <a:lstStyle/>
          <a:p>
            <a:pPr algn="ctr"/>
            <a:r>
              <a:rPr lang="es-EC" dirty="0"/>
              <a:t>https://www.menti.com/na9qatf6bv</a:t>
            </a:r>
          </a:p>
        </p:txBody>
      </p:sp>
    </p:spTree>
    <p:extLst>
      <p:ext uri="{BB962C8B-B14F-4D97-AF65-F5344CB8AC3E}">
        <p14:creationId xmlns:p14="http://schemas.microsoft.com/office/powerpoint/2010/main" val="326197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0" y="4280452"/>
            <a:ext cx="17348200" cy="1220890"/>
          </a:xfrm>
          <a:prstGeom prst="rect">
            <a:avLst/>
          </a:prstGeom>
          <a:solidFill>
            <a:schemeClr val="accent1">
              <a:lumMod val="75000"/>
            </a:schemeClr>
          </a:solid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6000" b="1" dirty="0">
                <a:solidFill>
                  <a:schemeClr val="bg1"/>
                </a:solidFill>
                <a:latin typeface="Roboto" panose="02000000000000000000" pitchFamily="2" charset="0"/>
                <a:ea typeface="Roboto" panose="02000000000000000000" pitchFamily="2" charset="0"/>
              </a:rPr>
              <a:t>¿ A qué nos dedicamos ?</a:t>
            </a:r>
            <a:endParaRPr lang="es-ES" sz="6000" dirty="0">
              <a:solidFill>
                <a:schemeClr val="bg1"/>
              </a:solidFill>
              <a:latin typeface="Abadi Extra Light" panose="020B0604020202020204" pitchFamily="34" charset="0"/>
              <a:ea typeface="Tahoma" panose="020B0604030504040204" pitchFamily="34" charset="0"/>
              <a:cs typeface="Tahoma" panose="020B0604030504040204" pitchFamily="34" charset="0"/>
            </a:endParaRPr>
          </a:p>
        </p:txBody>
      </p:sp>
      <p:sp>
        <p:nvSpPr>
          <p:cNvPr id="4" name="CuadroTexto 3">
            <a:extLst>
              <a:ext uri="{FF2B5EF4-FFF2-40B4-BE49-F238E27FC236}">
                <a16:creationId xmlns:a16="http://schemas.microsoft.com/office/drawing/2014/main" id="{590C3353-F931-41F4-8F89-C713CCC7554A}"/>
              </a:ext>
            </a:extLst>
          </p:cNvPr>
          <p:cNvSpPr txBox="1"/>
          <p:nvPr/>
        </p:nvSpPr>
        <p:spPr>
          <a:xfrm>
            <a:off x="4158687" y="6101225"/>
            <a:ext cx="8674274" cy="486415"/>
          </a:xfrm>
          <a:prstGeom prst="rect">
            <a:avLst/>
          </a:prstGeom>
          <a:noFill/>
        </p:spPr>
        <p:txBody>
          <a:bodyPr wrap="square">
            <a:spAutoFit/>
          </a:bodyPr>
          <a:lstStyle/>
          <a:p>
            <a:pPr algn="ctr"/>
            <a:r>
              <a:rPr lang="es-EC" dirty="0"/>
              <a:t>https://www.menti.com/bmnqodxs93</a:t>
            </a:r>
          </a:p>
        </p:txBody>
      </p:sp>
    </p:spTree>
    <p:extLst>
      <p:ext uri="{BB962C8B-B14F-4D97-AF65-F5344CB8AC3E}">
        <p14:creationId xmlns:p14="http://schemas.microsoft.com/office/powerpoint/2010/main" val="2372692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0" y="4280452"/>
            <a:ext cx="17348200" cy="1220890"/>
          </a:xfrm>
          <a:prstGeom prst="rect">
            <a:avLst/>
          </a:prstGeom>
          <a:solidFill>
            <a:schemeClr val="accent1">
              <a:lumMod val="75000"/>
            </a:schemeClr>
          </a:solid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6000" b="1" dirty="0">
                <a:solidFill>
                  <a:schemeClr val="bg1"/>
                </a:solidFill>
                <a:latin typeface="Roboto" panose="02000000000000000000" pitchFamily="2" charset="0"/>
                <a:ea typeface="Roboto" panose="02000000000000000000" pitchFamily="2" charset="0"/>
              </a:rPr>
              <a:t>Mis conocimientos de Python</a:t>
            </a:r>
            <a:endParaRPr lang="es-ES" sz="6000" dirty="0">
              <a:solidFill>
                <a:schemeClr val="bg1"/>
              </a:solidFill>
              <a:latin typeface="Abadi Extra Light" panose="020B0604020202020204" pitchFamily="34" charset="0"/>
              <a:ea typeface="Tahoma" panose="020B0604030504040204" pitchFamily="34" charset="0"/>
              <a:cs typeface="Tahoma" panose="020B0604030504040204" pitchFamily="34" charset="0"/>
            </a:endParaRPr>
          </a:p>
        </p:txBody>
      </p:sp>
      <p:sp>
        <p:nvSpPr>
          <p:cNvPr id="4" name="CuadroTexto 3">
            <a:extLst>
              <a:ext uri="{FF2B5EF4-FFF2-40B4-BE49-F238E27FC236}">
                <a16:creationId xmlns:a16="http://schemas.microsoft.com/office/drawing/2014/main" id="{590C3353-F931-41F4-8F89-C713CCC7554A}"/>
              </a:ext>
            </a:extLst>
          </p:cNvPr>
          <p:cNvSpPr txBox="1"/>
          <p:nvPr/>
        </p:nvSpPr>
        <p:spPr>
          <a:xfrm>
            <a:off x="4158687" y="6101225"/>
            <a:ext cx="8674274" cy="486415"/>
          </a:xfrm>
          <a:prstGeom prst="rect">
            <a:avLst/>
          </a:prstGeom>
          <a:noFill/>
        </p:spPr>
        <p:txBody>
          <a:bodyPr wrap="square">
            <a:spAutoFit/>
          </a:bodyPr>
          <a:lstStyle/>
          <a:p>
            <a:pPr algn="ctr"/>
            <a:r>
              <a:rPr lang="es-EC" dirty="0"/>
              <a:t>https://www.menti.com/1qvwieq4vx</a:t>
            </a:r>
          </a:p>
        </p:txBody>
      </p:sp>
    </p:spTree>
    <p:extLst>
      <p:ext uri="{BB962C8B-B14F-4D97-AF65-F5344CB8AC3E}">
        <p14:creationId xmlns:p14="http://schemas.microsoft.com/office/powerpoint/2010/main" val="2958663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0" y="4280452"/>
            <a:ext cx="17348200" cy="1220890"/>
          </a:xfrm>
          <a:prstGeom prst="rect">
            <a:avLst/>
          </a:prstGeom>
          <a:solidFill>
            <a:schemeClr val="accent1">
              <a:lumMod val="75000"/>
            </a:schemeClr>
          </a:solid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6000" b="1" dirty="0">
                <a:solidFill>
                  <a:schemeClr val="bg1"/>
                </a:solidFill>
                <a:latin typeface="Roboto" panose="02000000000000000000" pitchFamily="2" charset="0"/>
                <a:ea typeface="Roboto" panose="02000000000000000000" pitchFamily="2" charset="0"/>
              </a:rPr>
              <a:t>Mis conocimientos de PANDAS</a:t>
            </a:r>
            <a:endParaRPr lang="es-ES" sz="6000" dirty="0">
              <a:solidFill>
                <a:schemeClr val="bg1"/>
              </a:solidFill>
              <a:latin typeface="Abadi Extra Light" panose="020B0604020202020204" pitchFamily="34" charset="0"/>
              <a:ea typeface="Tahoma" panose="020B0604030504040204" pitchFamily="34" charset="0"/>
              <a:cs typeface="Tahoma" panose="020B0604030504040204" pitchFamily="34" charset="0"/>
            </a:endParaRPr>
          </a:p>
        </p:txBody>
      </p:sp>
      <p:sp>
        <p:nvSpPr>
          <p:cNvPr id="4" name="CuadroTexto 3">
            <a:extLst>
              <a:ext uri="{FF2B5EF4-FFF2-40B4-BE49-F238E27FC236}">
                <a16:creationId xmlns:a16="http://schemas.microsoft.com/office/drawing/2014/main" id="{590C3353-F931-41F4-8F89-C713CCC7554A}"/>
              </a:ext>
            </a:extLst>
          </p:cNvPr>
          <p:cNvSpPr txBox="1"/>
          <p:nvPr/>
        </p:nvSpPr>
        <p:spPr>
          <a:xfrm>
            <a:off x="4158687" y="6101225"/>
            <a:ext cx="8674274" cy="486415"/>
          </a:xfrm>
          <a:prstGeom prst="rect">
            <a:avLst/>
          </a:prstGeom>
          <a:noFill/>
        </p:spPr>
        <p:txBody>
          <a:bodyPr wrap="square">
            <a:spAutoFit/>
          </a:bodyPr>
          <a:lstStyle/>
          <a:p>
            <a:pPr algn="ctr"/>
            <a:r>
              <a:rPr lang="es-EC" dirty="0"/>
              <a:t>https://www.menti.com/pgbg4mc2ag</a:t>
            </a:r>
          </a:p>
        </p:txBody>
      </p:sp>
    </p:spTree>
    <p:extLst>
      <p:ext uri="{BB962C8B-B14F-4D97-AF65-F5344CB8AC3E}">
        <p14:creationId xmlns:p14="http://schemas.microsoft.com/office/powerpoint/2010/main" val="1035413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313EC1-2E36-CE1F-F075-B5618AADDF09}"/>
              </a:ext>
            </a:extLst>
          </p:cNvPr>
          <p:cNvSpPr>
            <a:spLocks noGrp="1"/>
          </p:cNvSpPr>
          <p:nvPr>
            <p:ph type="title"/>
          </p:nvPr>
        </p:nvSpPr>
        <p:spPr/>
        <p:txBody>
          <a:bodyPr/>
          <a:lstStyle/>
          <a:p>
            <a:pPr algn="ctr"/>
            <a:r>
              <a:rPr lang="es-EC" dirty="0" err="1">
                <a:latin typeface="Abadi Extra Light" panose="020B0204020104020204" pitchFamily="34" charset="0"/>
              </a:rPr>
              <a:t>Meetup</a:t>
            </a:r>
            <a:r>
              <a:rPr lang="es-EC" dirty="0">
                <a:latin typeface="Abadi Extra Light" panose="020B0204020104020204" pitchFamily="34" charset="0"/>
              </a:rPr>
              <a:t> Virtual</a:t>
            </a:r>
          </a:p>
        </p:txBody>
      </p:sp>
      <p:sp>
        <p:nvSpPr>
          <p:cNvPr id="3" name="Marcador de texto 2">
            <a:extLst>
              <a:ext uri="{FF2B5EF4-FFF2-40B4-BE49-F238E27FC236}">
                <a16:creationId xmlns:a16="http://schemas.microsoft.com/office/drawing/2014/main" id="{878E9EFD-0B9C-126F-9A79-FAB8C8662615}"/>
              </a:ext>
            </a:extLst>
          </p:cNvPr>
          <p:cNvSpPr>
            <a:spLocks noGrp="1"/>
          </p:cNvSpPr>
          <p:nvPr>
            <p:ph type="body" idx="1"/>
          </p:nvPr>
        </p:nvSpPr>
        <p:spPr/>
        <p:txBody>
          <a:bodyPr>
            <a:normAutofit/>
          </a:bodyPr>
          <a:lstStyle/>
          <a:p>
            <a:pPr algn="ctr"/>
            <a:r>
              <a:rPr lang="es-EC" sz="4400" dirty="0">
                <a:latin typeface="Roboto" panose="02000000000000000000" pitchFamily="2" charset="0"/>
                <a:ea typeface="Roboto" panose="02000000000000000000" pitchFamily="2" charset="0"/>
              </a:rPr>
              <a:t>https://padlet.com/info6410/th1wfmk2lcfuyzed</a:t>
            </a:r>
          </a:p>
        </p:txBody>
      </p:sp>
    </p:spTree>
    <p:extLst>
      <p:ext uri="{BB962C8B-B14F-4D97-AF65-F5344CB8AC3E}">
        <p14:creationId xmlns:p14="http://schemas.microsoft.com/office/powerpoint/2010/main" val="981930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rPr>
              <a:t>Día 2</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3465093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392FDC-375E-4CD5-9A52-F4AE6D84982C}"/>
              </a:ext>
            </a:extLst>
          </p:cNvPr>
          <p:cNvSpPr>
            <a:spLocks noGrp="1"/>
          </p:cNvSpPr>
          <p:nvPr>
            <p:ph type="title"/>
          </p:nvPr>
        </p:nvSpPr>
        <p:spPr>
          <a:xfrm>
            <a:off x="11201847" y="2383838"/>
            <a:ext cx="5579890" cy="3464811"/>
          </a:xfrm>
        </p:spPr>
        <p:txBody>
          <a:bodyPr anchor="b">
            <a:normAutofit/>
          </a:bodyPr>
          <a:lstStyle/>
          <a:p>
            <a:r>
              <a:rPr lang="es-ES" dirty="0" err="1">
                <a:latin typeface="Roboto Black" panose="02000000000000000000" pitchFamily="2" charset="0"/>
                <a:ea typeface="Roboto Black" panose="02000000000000000000" pitchFamily="2" charset="0"/>
              </a:rPr>
              <a:t>Intro</a:t>
            </a:r>
            <a:r>
              <a:rPr lang="es-ES" dirty="0">
                <a:latin typeface="Roboto Black" panose="02000000000000000000" pitchFamily="2" charset="0"/>
                <a:ea typeface="Roboto Black" panose="02000000000000000000" pitchFamily="2" charset="0"/>
              </a:rPr>
              <a:t> Pandas</a:t>
            </a:r>
          </a:p>
        </p:txBody>
      </p:sp>
      <p:sp>
        <p:nvSpPr>
          <p:cNvPr id="3" name="Marcador de contenido 2">
            <a:extLst>
              <a:ext uri="{FF2B5EF4-FFF2-40B4-BE49-F238E27FC236}">
                <a16:creationId xmlns:a16="http://schemas.microsoft.com/office/drawing/2014/main" id="{B70EE377-091A-46F8-90CD-B6502373E5AE}"/>
              </a:ext>
            </a:extLst>
          </p:cNvPr>
          <p:cNvSpPr>
            <a:spLocks noGrp="1"/>
          </p:cNvSpPr>
          <p:nvPr>
            <p:ph type="body" sz="half" idx="2"/>
          </p:nvPr>
        </p:nvSpPr>
        <p:spPr>
          <a:xfrm>
            <a:off x="11201849" y="6558080"/>
            <a:ext cx="5548023" cy="2215544"/>
          </a:xfrm>
        </p:spPr>
        <p:txBody>
          <a:bodyPr vert="horz" lIns="130027" tIns="65013" rIns="130027" bIns="65013" rtlCol="0">
            <a:normAutofit/>
          </a:bodyPr>
          <a:lstStyle/>
          <a:p>
            <a:r>
              <a:rPr lang="es-ES" sz="3413" dirty="0">
                <a:latin typeface="Abadi Extra Light" panose="020B0204020104020204" pitchFamily="34" charset="0"/>
              </a:rPr>
              <a:t>https://colab.research.google.com/drive/1Bz4jGMLUemcYEL-EOzF6iblgeUgbUQPD?usp=sharing</a:t>
            </a:r>
          </a:p>
        </p:txBody>
      </p:sp>
      <p:sp>
        <p:nvSpPr>
          <p:cNvPr id="4" name="Marcador de número de diapositiva 3">
            <a:extLst>
              <a:ext uri="{FF2B5EF4-FFF2-40B4-BE49-F238E27FC236}">
                <a16:creationId xmlns:a16="http://schemas.microsoft.com/office/drawing/2014/main" id="{497944D6-27D2-4771-9A0E-7FE1455FC164}"/>
              </a:ext>
            </a:extLst>
          </p:cNvPr>
          <p:cNvSpPr>
            <a:spLocks noGrp="1"/>
          </p:cNvSpPr>
          <p:nvPr>
            <p:ph type="sldNum" sz="quarter" idx="10"/>
          </p:nvPr>
        </p:nvSpPr>
        <p:spPr>
          <a:xfrm>
            <a:off x="16150643" y="9045958"/>
            <a:ext cx="1191913" cy="511917"/>
          </a:xfrm>
        </p:spPr>
        <p:txBody>
          <a:bodyPr anchor="ctr">
            <a:normAutofit/>
          </a:bodyPr>
          <a:lstStyle/>
          <a:p>
            <a:pPr>
              <a:spcAft>
                <a:spcPts val="853"/>
              </a:spcAft>
            </a:pPr>
            <a:r>
              <a:rPr lang="es-ES" noProof="0"/>
              <a:t>PÁGINA </a:t>
            </a:r>
            <a:fld id="{4A9B5881-4007-4345-955A-79C2656F0C49}" type="slidenum">
              <a:rPr lang="es-ES" noProof="0" smtClean="0"/>
              <a:pPr>
                <a:spcAft>
                  <a:spcPts val="853"/>
                </a:spcAft>
              </a:pPr>
              <a:t>11</a:t>
            </a:fld>
            <a:endParaRPr lang="es-ES" noProof="0"/>
          </a:p>
        </p:txBody>
      </p:sp>
      <p:pic>
        <p:nvPicPr>
          <p:cNvPr id="6" name="Picture 5" descr="Giant panda eating grass">
            <a:extLst>
              <a:ext uri="{FF2B5EF4-FFF2-40B4-BE49-F238E27FC236}">
                <a16:creationId xmlns:a16="http://schemas.microsoft.com/office/drawing/2014/main" id="{9A5B1E65-F901-4346-8E94-9214E938BBAB}"/>
              </a:ext>
            </a:extLst>
          </p:cNvPr>
          <p:cNvPicPr>
            <a:picLocks noChangeAspect="1"/>
          </p:cNvPicPr>
          <p:nvPr/>
        </p:nvPicPr>
        <p:blipFill rotWithShape="1">
          <a:blip r:embed="rId2"/>
          <a:srcRect l="12266" r="13318" b="4"/>
          <a:stretch/>
        </p:blipFill>
        <p:spPr>
          <a:xfrm>
            <a:off x="5644" y="15"/>
            <a:ext cx="10681996" cy="9751998"/>
          </a:xfrm>
          <a:prstGeom prst="rect">
            <a:avLst/>
          </a:prstGeom>
          <a:noFill/>
        </p:spPr>
      </p:pic>
    </p:spTree>
    <p:extLst>
      <p:ext uri="{BB962C8B-B14F-4D97-AF65-F5344CB8AC3E}">
        <p14:creationId xmlns:p14="http://schemas.microsoft.com/office/powerpoint/2010/main" val="3474563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rPr>
              <a:t>Día 3</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1122727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A52719A-C91A-4E2B-0D84-CAA62932CC60}"/>
              </a:ext>
            </a:extLst>
          </p:cNvPr>
          <p:cNvSpPr txBox="1"/>
          <p:nvPr/>
        </p:nvSpPr>
        <p:spPr>
          <a:xfrm>
            <a:off x="976243" y="2712692"/>
            <a:ext cx="4099340" cy="4031873"/>
          </a:xfrm>
          <a:prstGeom prst="rect">
            <a:avLst/>
          </a:prstGeom>
          <a:noFill/>
        </p:spPr>
        <p:txBody>
          <a:bodyPr wrap="square">
            <a:spAutoFit/>
          </a:bodyPr>
          <a:lstStyle/>
          <a:p>
            <a:pPr algn="just" rtl="0">
              <a:spcBef>
                <a:spcPts val="0"/>
              </a:spcBef>
              <a:spcAft>
                <a:spcPts val="0"/>
              </a:spcAft>
            </a:pPr>
            <a:r>
              <a:rPr lang="es-ES" sz="3200" b="0" i="0" u="none" strike="noStrike" dirty="0">
                <a:solidFill>
                  <a:srgbClr val="05192D"/>
                </a:solidFill>
                <a:effectLst/>
                <a:latin typeface="Roboto" panose="02000000000000000000" pitchFamily="2" charset="0"/>
                <a:ea typeface="Roboto" panose="02000000000000000000" pitchFamily="2" charset="0"/>
              </a:rPr>
              <a:t>Se suele decir que los científicos de datos dedican el 80% de su tiempo a limpiar y manipular los datos y solo el 20% a analizarlos.</a:t>
            </a:r>
            <a:endParaRPr lang="es-ES" sz="2800" b="0" dirty="0">
              <a:effectLst/>
              <a:latin typeface="Roboto" panose="02000000000000000000" pitchFamily="2" charset="0"/>
              <a:ea typeface="Roboto" panose="02000000000000000000" pitchFamily="2" charset="0"/>
            </a:endParaRPr>
          </a:p>
          <a:p>
            <a:pPr algn="just" rtl="0">
              <a:spcBef>
                <a:spcPts val="0"/>
              </a:spcBef>
              <a:spcAft>
                <a:spcPts val="0"/>
              </a:spcAft>
            </a:pPr>
            <a:endParaRPr lang="es-EC" sz="2800" dirty="0">
              <a:latin typeface="Roboto" panose="02000000000000000000" pitchFamily="2" charset="0"/>
              <a:ea typeface="Roboto" panose="02000000000000000000" pitchFamily="2" charset="0"/>
            </a:endParaRPr>
          </a:p>
        </p:txBody>
      </p:sp>
      <p:pic>
        <p:nvPicPr>
          <p:cNvPr id="1026" name="Picture 2" descr="Cleaning Big Data: Most Time-Consuming, Least Enjoyable Data Science Task,  Survey Says">
            <a:extLst>
              <a:ext uri="{FF2B5EF4-FFF2-40B4-BE49-F238E27FC236}">
                <a16:creationId xmlns:a16="http://schemas.microsoft.com/office/drawing/2014/main" id="{3E8D3E20-7AE0-74E2-AD54-B51092D53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8200" y="2195342"/>
            <a:ext cx="11430000" cy="486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827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uadroTexto 2">
            <a:extLst>
              <a:ext uri="{FF2B5EF4-FFF2-40B4-BE49-F238E27FC236}">
                <a16:creationId xmlns:a16="http://schemas.microsoft.com/office/drawing/2014/main" id="{6B816120-495D-3511-51DF-0D5C238CA48D}"/>
              </a:ext>
            </a:extLst>
          </p:cNvPr>
          <p:cNvGraphicFramePr/>
          <p:nvPr>
            <p:extLst>
              <p:ext uri="{D42A27DB-BD31-4B8C-83A1-F6EECF244321}">
                <p14:modId xmlns:p14="http://schemas.microsoft.com/office/powerpoint/2010/main" val="793663888"/>
              </p:ext>
            </p:extLst>
          </p:nvPr>
        </p:nvGraphicFramePr>
        <p:xfrm>
          <a:off x="2965719" y="537675"/>
          <a:ext cx="13148924" cy="8385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9982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uadroTexto 2">
            <a:extLst>
              <a:ext uri="{FF2B5EF4-FFF2-40B4-BE49-F238E27FC236}">
                <a16:creationId xmlns:a16="http://schemas.microsoft.com/office/drawing/2014/main" id="{6B816120-495D-3511-51DF-0D5C238CA48D}"/>
              </a:ext>
            </a:extLst>
          </p:cNvPr>
          <p:cNvGraphicFramePr/>
          <p:nvPr>
            <p:extLst>
              <p:ext uri="{D42A27DB-BD31-4B8C-83A1-F6EECF244321}">
                <p14:modId xmlns:p14="http://schemas.microsoft.com/office/powerpoint/2010/main" val="3379287086"/>
              </p:ext>
            </p:extLst>
          </p:nvPr>
        </p:nvGraphicFramePr>
        <p:xfrm>
          <a:off x="2965719" y="537675"/>
          <a:ext cx="13148924" cy="8385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9051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Why data preparation is an important part of data science?">
            <a:extLst>
              <a:ext uri="{FF2B5EF4-FFF2-40B4-BE49-F238E27FC236}">
                <a16:creationId xmlns:a16="http://schemas.microsoft.com/office/drawing/2014/main" id="{349A9E1C-A63F-BF79-E069-0B9692A8E51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72428" y="915002"/>
            <a:ext cx="13203343" cy="7922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275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417617" y="2148990"/>
            <a:ext cx="10489474" cy="4914418"/>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12500" b="1" dirty="0">
                <a:latin typeface="Roboto" panose="02000000000000000000" pitchFamily="2" charset="0"/>
                <a:ea typeface="Roboto" panose="02000000000000000000" pitchFamily="2" charset="0"/>
              </a:rPr>
              <a:t>¿ Porqué </a:t>
            </a:r>
            <a:r>
              <a:rPr lang="es-ES" sz="12500" dirty="0">
                <a:latin typeface="Abadi Extra Light" panose="020B0204020104020204" pitchFamily="34" charset="0"/>
                <a:ea typeface="Roboto" panose="02000000000000000000" pitchFamily="2" charset="0"/>
              </a:rPr>
              <a:t>hay que limpiar</a:t>
            </a:r>
          </a:p>
          <a:p>
            <a:pPr algn="ctr">
              <a:spcBef>
                <a:spcPts val="0"/>
              </a:spcBef>
              <a:buClr>
                <a:schemeClr val="dk1"/>
              </a:buClr>
              <a:buSzPts val="6000"/>
            </a:pPr>
            <a:r>
              <a:rPr lang="es-ES" sz="11500" dirty="0">
                <a:latin typeface="Abadi Extra Light" panose="020B0204020104020204" pitchFamily="34" charset="0"/>
                <a:ea typeface="Tahoma" panose="020B0604030504040204" pitchFamily="34" charset="0"/>
                <a:cs typeface="Tahoma" panose="020B0604030504040204" pitchFamily="34" charset="0"/>
              </a:rPr>
              <a:t>los datos ?</a:t>
            </a:r>
            <a:endParaRPr lang="es-ES" sz="12500" dirty="0">
              <a:latin typeface="Abadi Extra Light" panose="020B0204020104020204" pitchFamily="34" charset="0"/>
              <a:ea typeface="Tahoma" panose="020B0604030504040204" pitchFamily="34" charset="0"/>
              <a:cs typeface="Tahoma" panose="020B0604030504040204" pitchFamily="34" charset="0"/>
            </a:endParaRPr>
          </a:p>
        </p:txBody>
      </p:sp>
      <p:pic>
        <p:nvPicPr>
          <p:cNvPr id="4" name="Gráfico 3" descr="Cubo y fregona con relleno sólido">
            <a:extLst>
              <a:ext uri="{FF2B5EF4-FFF2-40B4-BE49-F238E27FC236}">
                <a16:creationId xmlns:a16="http://schemas.microsoft.com/office/drawing/2014/main" id="{66BFAB46-BFD9-7514-70BF-E57AEF28C8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52865" y="1609897"/>
            <a:ext cx="4916004" cy="4916004"/>
          </a:xfrm>
          <a:prstGeom prst="rect">
            <a:avLst/>
          </a:prstGeom>
        </p:spPr>
      </p:pic>
    </p:spTree>
    <p:extLst>
      <p:ext uri="{BB962C8B-B14F-4D97-AF65-F5344CB8AC3E}">
        <p14:creationId xmlns:p14="http://schemas.microsoft.com/office/powerpoint/2010/main" val="798573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7DFB08-3214-DB20-3928-2F1B1B8F2CE0}"/>
              </a:ext>
            </a:extLst>
          </p:cNvPr>
          <p:cNvSpPr>
            <a:spLocks noGrp="1"/>
          </p:cNvSpPr>
          <p:nvPr>
            <p:ph type="title"/>
          </p:nvPr>
        </p:nvSpPr>
        <p:spPr/>
        <p:txBody>
          <a:bodyPr>
            <a:normAutofit/>
          </a:bodyPr>
          <a:lstStyle/>
          <a:p>
            <a:pPr>
              <a:spcBef>
                <a:spcPts val="0"/>
              </a:spcBef>
            </a:pPr>
            <a:r>
              <a:rPr lang="es-ES" sz="7000" b="1" dirty="0">
                <a:latin typeface="Roboto" panose="02000000000000000000" pitchFamily="2" charset="0"/>
                <a:ea typeface="Roboto" panose="02000000000000000000" pitchFamily="2" charset="0"/>
              </a:rPr>
              <a:t>¿ Porqué hay que limpiar </a:t>
            </a:r>
            <a:r>
              <a:rPr lang="es-ES" sz="7000" b="1" dirty="0">
                <a:latin typeface="Roboto" panose="02000000000000000000" pitchFamily="2" charset="0"/>
                <a:ea typeface="Roboto" panose="02000000000000000000" pitchFamily="2" charset="0"/>
                <a:cs typeface="Tahoma" panose="020B0604030504040204" pitchFamily="34" charset="0"/>
              </a:rPr>
              <a:t>los datos ?</a:t>
            </a:r>
            <a:endParaRPr lang="es-EC" sz="7000" b="1" dirty="0">
              <a:latin typeface="Roboto" panose="02000000000000000000" pitchFamily="2" charset="0"/>
              <a:ea typeface="Roboto" panose="02000000000000000000" pitchFamily="2" charset="0"/>
            </a:endParaRPr>
          </a:p>
        </p:txBody>
      </p:sp>
      <p:sp>
        <p:nvSpPr>
          <p:cNvPr id="3" name="Marcador de contenido 2">
            <a:extLst>
              <a:ext uri="{FF2B5EF4-FFF2-40B4-BE49-F238E27FC236}">
                <a16:creationId xmlns:a16="http://schemas.microsoft.com/office/drawing/2014/main" id="{D4FAA959-77C6-698B-8190-1F3C52608FA4}"/>
              </a:ext>
            </a:extLst>
          </p:cNvPr>
          <p:cNvSpPr>
            <a:spLocks noGrp="1"/>
          </p:cNvSpPr>
          <p:nvPr>
            <p:ph idx="1"/>
          </p:nvPr>
        </p:nvSpPr>
        <p:spPr>
          <a:xfrm>
            <a:off x="1192689" y="3589936"/>
            <a:ext cx="8256111" cy="3367456"/>
          </a:xfrm>
        </p:spPr>
        <p:txBody>
          <a:bodyPr>
            <a:normAutofit/>
          </a:bodyPr>
          <a:lstStyle/>
          <a:p>
            <a:pPr algn="just" rtl="0">
              <a:spcBef>
                <a:spcPts val="0"/>
              </a:spcBef>
              <a:spcAft>
                <a:spcPts val="0"/>
              </a:spcAft>
            </a:pPr>
            <a:r>
              <a:rPr lang="es-ES" sz="4800" b="0" i="0" u="none" strike="noStrike" dirty="0">
                <a:solidFill>
                  <a:srgbClr val="000000"/>
                </a:solidFill>
                <a:effectLst/>
                <a:latin typeface="Abadi Extra Light" panose="020B0204020104020204" pitchFamily="34" charset="0"/>
              </a:rPr>
              <a:t>Para entender por qué necesitamos </a:t>
            </a:r>
            <a:r>
              <a:rPr lang="es-ES" sz="5400" b="0" i="0" u="none" strike="noStrike" dirty="0">
                <a:solidFill>
                  <a:srgbClr val="0070C0"/>
                </a:solidFill>
                <a:effectLst/>
                <a:latin typeface="Roboto" panose="02000000000000000000" pitchFamily="2" charset="0"/>
                <a:ea typeface="Roboto" panose="02000000000000000000" pitchFamily="2" charset="0"/>
              </a:rPr>
              <a:t>limpiar los datos</a:t>
            </a:r>
            <a:r>
              <a:rPr lang="es-ES" sz="4800" b="0" i="0" u="none" strike="noStrike" dirty="0">
                <a:solidFill>
                  <a:srgbClr val="000000"/>
                </a:solidFill>
                <a:effectLst/>
                <a:latin typeface="Abadi Extra Light" panose="020B0204020104020204" pitchFamily="34" charset="0"/>
              </a:rPr>
              <a:t>, recordemos el flujo de trabajo de la ciencia de datos. </a:t>
            </a:r>
            <a:endParaRPr lang="es-ES" sz="4800" i="0" u="none" strike="noStrike" dirty="0">
              <a:solidFill>
                <a:srgbClr val="000000"/>
              </a:solidFill>
              <a:latin typeface="Abadi Extra Light" panose="020B0204020104020204" pitchFamily="34" charset="0"/>
            </a:endParaRPr>
          </a:p>
        </p:txBody>
      </p:sp>
      <p:pic>
        <p:nvPicPr>
          <p:cNvPr id="3074" name="Picture 2" descr="Data science life cycle">
            <a:extLst>
              <a:ext uri="{FF2B5EF4-FFF2-40B4-BE49-F238E27FC236}">
                <a16:creationId xmlns:a16="http://schemas.microsoft.com/office/drawing/2014/main" id="{B121AF46-FFEA-C7D6-CD51-7E9FF0BBB3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940" t="10209" r="7747" b="3641"/>
          <a:stretch/>
        </p:blipFill>
        <p:spPr bwMode="auto">
          <a:xfrm>
            <a:off x="9899380" y="2095850"/>
            <a:ext cx="7315201" cy="7656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869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7343862" cy="97520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F7DFB08-3214-DB20-3928-2F1B1B8F2CE0}"/>
              </a:ext>
            </a:extLst>
          </p:cNvPr>
          <p:cNvSpPr>
            <a:spLocks noGrp="1"/>
          </p:cNvSpPr>
          <p:nvPr>
            <p:ph type="title"/>
          </p:nvPr>
        </p:nvSpPr>
        <p:spPr>
          <a:xfrm>
            <a:off x="1197025" y="780161"/>
            <a:ext cx="5123724" cy="7723593"/>
          </a:xfrm>
        </p:spPr>
        <p:txBody>
          <a:bodyPr>
            <a:normAutofit/>
          </a:bodyPr>
          <a:lstStyle/>
          <a:p>
            <a:pPr>
              <a:spcBef>
                <a:spcPts val="0"/>
              </a:spcBef>
            </a:pPr>
            <a:r>
              <a:rPr lang="es-ES" sz="7700" b="1" dirty="0">
                <a:latin typeface="Roboto" panose="02000000000000000000" pitchFamily="2" charset="0"/>
                <a:ea typeface="Roboto" panose="02000000000000000000" pitchFamily="2" charset="0"/>
              </a:rPr>
              <a:t>¿ Porqué hay que limpiar </a:t>
            </a:r>
            <a:r>
              <a:rPr lang="es-ES" sz="7700" b="1" dirty="0">
                <a:latin typeface="Roboto" panose="02000000000000000000" pitchFamily="2" charset="0"/>
                <a:ea typeface="Roboto" panose="02000000000000000000" pitchFamily="2" charset="0"/>
                <a:cs typeface="Tahoma" panose="020B0604030504040204" pitchFamily="34" charset="0"/>
              </a:rPr>
              <a:t>los datos ?</a:t>
            </a:r>
            <a:endParaRPr lang="es-EC" sz="7700" b="1" dirty="0">
              <a:latin typeface="Roboto" panose="02000000000000000000" pitchFamily="2" charset="0"/>
              <a:ea typeface="Roboto" panose="02000000000000000000" pitchFamily="2" charset="0"/>
            </a:endParaRPr>
          </a:p>
        </p:txBody>
      </p:sp>
      <p:sp>
        <p:nvSpPr>
          <p:cNvPr id="19"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21950" y="4633854"/>
            <a:ext cx="6371315" cy="26022"/>
          </a:xfrm>
          <a:custGeom>
            <a:avLst/>
            <a:gdLst>
              <a:gd name="connsiteX0" fmla="*/ 0 w 6371315"/>
              <a:gd name="connsiteY0" fmla="*/ 0 h 26022"/>
              <a:gd name="connsiteX1" fmla="*/ 637132 w 6371315"/>
              <a:gd name="connsiteY1" fmla="*/ 0 h 26022"/>
              <a:gd name="connsiteX2" fmla="*/ 1274263 w 6371315"/>
              <a:gd name="connsiteY2" fmla="*/ 0 h 26022"/>
              <a:gd name="connsiteX3" fmla="*/ 1911395 w 6371315"/>
              <a:gd name="connsiteY3" fmla="*/ 0 h 26022"/>
              <a:gd name="connsiteX4" fmla="*/ 2675952 w 6371315"/>
              <a:gd name="connsiteY4" fmla="*/ 0 h 26022"/>
              <a:gd name="connsiteX5" fmla="*/ 3376797 w 6371315"/>
              <a:gd name="connsiteY5" fmla="*/ 0 h 26022"/>
              <a:gd name="connsiteX6" fmla="*/ 3822789 w 6371315"/>
              <a:gd name="connsiteY6" fmla="*/ 0 h 26022"/>
              <a:gd name="connsiteX7" fmla="*/ 4396207 w 6371315"/>
              <a:gd name="connsiteY7" fmla="*/ 0 h 26022"/>
              <a:gd name="connsiteX8" fmla="*/ 5160765 w 6371315"/>
              <a:gd name="connsiteY8" fmla="*/ 0 h 26022"/>
              <a:gd name="connsiteX9" fmla="*/ 5797897 w 6371315"/>
              <a:gd name="connsiteY9" fmla="*/ 0 h 26022"/>
              <a:gd name="connsiteX10" fmla="*/ 6371315 w 6371315"/>
              <a:gd name="connsiteY10" fmla="*/ 0 h 26022"/>
              <a:gd name="connsiteX11" fmla="*/ 6371315 w 6371315"/>
              <a:gd name="connsiteY11" fmla="*/ 26022 h 26022"/>
              <a:gd name="connsiteX12" fmla="*/ 5861610 w 6371315"/>
              <a:gd name="connsiteY12" fmla="*/ 26022 h 26022"/>
              <a:gd name="connsiteX13" fmla="*/ 5097052 w 6371315"/>
              <a:gd name="connsiteY13" fmla="*/ 26022 h 26022"/>
              <a:gd name="connsiteX14" fmla="*/ 4587347 w 6371315"/>
              <a:gd name="connsiteY14" fmla="*/ 26022 h 26022"/>
              <a:gd name="connsiteX15" fmla="*/ 4141355 w 6371315"/>
              <a:gd name="connsiteY15" fmla="*/ 26022 h 26022"/>
              <a:gd name="connsiteX16" fmla="*/ 3695363 w 6371315"/>
              <a:gd name="connsiteY16" fmla="*/ 26022 h 26022"/>
              <a:gd name="connsiteX17" fmla="*/ 2994518 w 6371315"/>
              <a:gd name="connsiteY17" fmla="*/ 26022 h 26022"/>
              <a:gd name="connsiteX18" fmla="*/ 2548526 w 6371315"/>
              <a:gd name="connsiteY18" fmla="*/ 26022 h 26022"/>
              <a:gd name="connsiteX19" fmla="*/ 1911394 w 6371315"/>
              <a:gd name="connsiteY19" fmla="*/ 26022 h 26022"/>
              <a:gd name="connsiteX20" fmla="*/ 1401689 w 6371315"/>
              <a:gd name="connsiteY20" fmla="*/ 26022 h 26022"/>
              <a:gd name="connsiteX21" fmla="*/ 764558 w 6371315"/>
              <a:gd name="connsiteY21" fmla="*/ 26022 h 26022"/>
              <a:gd name="connsiteX22" fmla="*/ 0 w 6371315"/>
              <a:gd name="connsiteY22" fmla="*/ 26022 h 26022"/>
              <a:gd name="connsiteX23" fmla="*/ 0 w 6371315"/>
              <a:gd name="connsiteY23" fmla="*/ 0 h 26022"/>
              <a:gd name="connsiteX0" fmla="*/ 0 w 6371315"/>
              <a:gd name="connsiteY0" fmla="*/ 0 h 26022"/>
              <a:gd name="connsiteX1" fmla="*/ 573418 w 6371315"/>
              <a:gd name="connsiteY1" fmla="*/ 0 h 26022"/>
              <a:gd name="connsiteX2" fmla="*/ 1019410 w 6371315"/>
              <a:gd name="connsiteY2" fmla="*/ 0 h 26022"/>
              <a:gd name="connsiteX3" fmla="*/ 1783968 w 6371315"/>
              <a:gd name="connsiteY3" fmla="*/ 0 h 26022"/>
              <a:gd name="connsiteX4" fmla="*/ 2357387 w 6371315"/>
              <a:gd name="connsiteY4" fmla="*/ 0 h 26022"/>
              <a:gd name="connsiteX5" fmla="*/ 2930805 w 6371315"/>
              <a:gd name="connsiteY5" fmla="*/ 0 h 26022"/>
              <a:gd name="connsiteX6" fmla="*/ 3695363 w 6371315"/>
              <a:gd name="connsiteY6" fmla="*/ 0 h 26022"/>
              <a:gd name="connsiteX7" fmla="*/ 4205068 w 6371315"/>
              <a:gd name="connsiteY7" fmla="*/ 0 h 26022"/>
              <a:gd name="connsiteX8" fmla="*/ 4969626 w 6371315"/>
              <a:gd name="connsiteY8" fmla="*/ 0 h 26022"/>
              <a:gd name="connsiteX9" fmla="*/ 5734184 w 6371315"/>
              <a:gd name="connsiteY9" fmla="*/ 0 h 26022"/>
              <a:gd name="connsiteX10" fmla="*/ 6371315 w 6371315"/>
              <a:gd name="connsiteY10" fmla="*/ 0 h 26022"/>
              <a:gd name="connsiteX11" fmla="*/ 6371315 w 6371315"/>
              <a:gd name="connsiteY11" fmla="*/ 26022 h 26022"/>
              <a:gd name="connsiteX12" fmla="*/ 5670470 w 6371315"/>
              <a:gd name="connsiteY12" fmla="*/ 26022 h 26022"/>
              <a:gd name="connsiteX13" fmla="*/ 4905913 w 6371315"/>
              <a:gd name="connsiteY13" fmla="*/ 26022 h 26022"/>
              <a:gd name="connsiteX14" fmla="*/ 4141355 w 6371315"/>
              <a:gd name="connsiteY14" fmla="*/ 26022 h 26022"/>
              <a:gd name="connsiteX15" fmla="*/ 3631650 w 6371315"/>
              <a:gd name="connsiteY15" fmla="*/ 26022 h 26022"/>
              <a:gd name="connsiteX16" fmla="*/ 2994518 w 6371315"/>
              <a:gd name="connsiteY16" fmla="*/ 26022 h 26022"/>
              <a:gd name="connsiteX17" fmla="*/ 2229960 w 6371315"/>
              <a:gd name="connsiteY17" fmla="*/ 26022 h 26022"/>
              <a:gd name="connsiteX18" fmla="*/ 1592829 w 6371315"/>
              <a:gd name="connsiteY18" fmla="*/ 26022 h 26022"/>
              <a:gd name="connsiteX19" fmla="*/ 1146837 w 6371315"/>
              <a:gd name="connsiteY19" fmla="*/ 26022 h 26022"/>
              <a:gd name="connsiteX20" fmla="*/ 637131 w 6371315"/>
              <a:gd name="connsiteY20" fmla="*/ 26022 h 26022"/>
              <a:gd name="connsiteX21" fmla="*/ 0 w 6371315"/>
              <a:gd name="connsiteY21" fmla="*/ 26022 h 26022"/>
              <a:gd name="connsiteX22" fmla="*/ 0 w 6371315"/>
              <a:gd name="connsiteY22" fmla="*/ 0 h 2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71315" h="26022" fill="none" extrusionOk="0">
                <a:moveTo>
                  <a:pt x="0" y="0"/>
                </a:moveTo>
                <a:cubicBezTo>
                  <a:pt x="175158" y="2114"/>
                  <a:pt x="460055" y="-5764"/>
                  <a:pt x="637132" y="0"/>
                </a:cubicBezTo>
                <a:cubicBezTo>
                  <a:pt x="783365" y="23965"/>
                  <a:pt x="1049249" y="-29106"/>
                  <a:pt x="1274263" y="0"/>
                </a:cubicBezTo>
                <a:cubicBezTo>
                  <a:pt x="1499035" y="-1946"/>
                  <a:pt x="1610311" y="-35002"/>
                  <a:pt x="1911395" y="0"/>
                </a:cubicBezTo>
                <a:cubicBezTo>
                  <a:pt x="2204344" y="24805"/>
                  <a:pt x="2476627" y="-40880"/>
                  <a:pt x="2675952" y="0"/>
                </a:cubicBezTo>
                <a:cubicBezTo>
                  <a:pt x="2869969" y="28201"/>
                  <a:pt x="3144856" y="35097"/>
                  <a:pt x="3376797" y="0"/>
                </a:cubicBezTo>
                <a:cubicBezTo>
                  <a:pt x="3614544" y="-29562"/>
                  <a:pt x="3631660" y="8164"/>
                  <a:pt x="3822789" y="0"/>
                </a:cubicBezTo>
                <a:cubicBezTo>
                  <a:pt x="4035103" y="-380"/>
                  <a:pt x="4170466" y="-20508"/>
                  <a:pt x="4396207" y="0"/>
                </a:cubicBezTo>
                <a:cubicBezTo>
                  <a:pt x="4639692" y="-9972"/>
                  <a:pt x="5012773" y="6460"/>
                  <a:pt x="5160765" y="0"/>
                </a:cubicBezTo>
                <a:cubicBezTo>
                  <a:pt x="5329607" y="14951"/>
                  <a:pt x="5672216" y="14367"/>
                  <a:pt x="5797897" y="0"/>
                </a:cubicBezTo>
                <a:cubicBezTo>
                  <a:pt x="5945489" y="25997"/>
                  <a:pt x="6107116" y="-2518"/>
                  <a:pt x="6371315" y="0"/>
                </a:cubicBezTo>
                <a:cubicBezTo>
                  <a:pt x="6372324" y="10640"/>
                  <a:pt x="6370911" y="20748"/>
                  <a:pt x="6371315" y="26022"/>
                </a:cubicBezTo>
                <a:cubicBezTo>
                  <a:pt x="6188097" y="-1999"/>
                  <a:pt x="6063053" y="25753"/>
                  <a:pt x="5861610" y="26022"/>
                </a:cubicBezTo>
                <a:cubicBezTo>
                  <a:pt x="5601547" y="48228"/>
                  <a:pt x="5393379" y="24996"/>
                  <a:pt x="5097052" y="26022"/>
                </a:cubicBezTo>
                <a:cubicBezTo>
                  <a:pt x="4798505" y="55642"/>
                  <a:pt x="4763585" y="23756"/>
                  <a:pt x="4587347" y="26022"/>
                </a:cubicBezTo>
                <a:cubicBezTo>
                  <a:pt x="4416847" y="30661"/>
                  <a:pt x="4296837" y="11283"/>
                  <a:pt x="4141355" y="26022"/>
                </a:cubicBezTo>
                <a:cubicBezTo>
                  <a:pt x="3994525" y="45439"/>
                  <a:pt x="3787056" y="14980"/>
                  <a:pt x="3695363" y="26022"/>
                </a:cubicBezTo>
                <a:cubicBezTo>
                  <a:pt x="3603751" y="14638"/>
                  <a:pt x="3154526" y="-22769"/>
                  <a:pt x="2994518" y="26022"/>
                </a:cubicBezTo>
                <a:cubicBezTo>
                  <a:pt x="2825959" y="49216"/>
                  <a:pt x="2767343" y="2183"/>
                  <a:pt x="2548526" y="26022"/>
                </a:cubicBezTo>
                <a:cubicBezTo>
                  <a:pt x="2350171" y="30002"/>
                  <a:pt x="2098839" y="36794"/>
                  <a:pt x="1911394" y="26022"/>
                </a:cubicBezTo>
                <a:cubicBezTo>
                  <a:pt x="1744091" y="3252"/>
                  <a:pt x="1535448" y="-8548"/>
                  <a:pt x="1401689" y="26022"/>
                </a:cubicBezTo>
                <a:cubicBezTo>
                  <a:pt x="1267006" y="68622"/>
                  <a:pt x="925573" y="-10007"/>
                  <a:pt x="764558" y="26022"/>
                </a:cubicBezTo>
                <a:cubicBezTo>
                  <a:pt x="596870" y="49934"/>
                  <a:pt x="299817" y="17805"/>
                  <a:pt x="0" y="26022"/>
                </a:cubicBezTo>
                <a:cubicBezTo>
                  <a:pt x="-1191" y="18319"/>
                  <a:pt x="-408" y="6059"/>
                  <a:pt x="0" y="0"/>
                </a:cubicBezTo>
                <a:close/>
              </a:path>
              <a:path w="6371315" h="26022" stroke="0" extrusionOk="0">
                <a:moveTo>
                  <a:pt x="0" y="0"/>
                </a:moveTo>
                <a:cubicBezTo>
                  <a:pt x="145850" y="-797"/>
                  <a:pt x="378655" y="18438"/>
                  <a:pt x="573418" y="0"/>
                </a:cubicBezTo>
                <a:cubicBezTo>
                  <a:pt x="758643" y="746"/>
                  <a:pt x="951832" y="5472"/>
                  <a:pt x="1019410" y="0"/>
                </a:cubicBezTo>
                <a:cubicBezTo>
                  <a:pt x="1060734" y="-8086"/>
                  <a:pt x="1507082" y="-5962"/>
                  <a:pt x="1783968" y="0"/>
                </a:cubicBezTo>
                <a:cubicBezTo>
                  <a:pt x="2013414" y="6281"/>
                  <a:pt x="2191597" y="-13701"/>
                  <a:pt x="2357387" y="0"/>
                </a:cubicBezTo>
                <a:cubicBezTo>
                  <a:pt x="2518574" y="12197"/>
                  <a:pt x="2693739" y="40175"/>
                  <a:pt x="2930805" y="0"/>
                </a:cubicBezTo>
                <a:cubicBezTo>
                  <a:pt x="3140487" y="-17487"/>
                  <a:pt x="3468742" y="76648"/>
                  <a:pt x="3695363" y="0"/>
                </a:cubicBezTo>
                <a:cubicBezTo>
                  <a:pt x="3933738" y="-25648"/>
                  <a:pt x="3972818" y="-5008"/>
                  <a:pt x="4205068" y="0"/>
                </a:cubicBezTo>
                <a:cubicBezTo>
                  <a:pt x="4458654" y="-39908"/>
                  <a:pt x="4675872" y="-12980"/>
                  <a:pt x="4969626" y="0"/>
                </a:cubicBezTo>
                <a:cubicBezTo>
                  <a:pt x="5297190" y="-16727"/>
                  <a:pt x="5497177" y="-19332"/>
                  <a:pt x="5734184" y="0"/>
                </a:cubicBezTo>
                <a:cubicBezTo>
                  <a:pt x="6002656" y="18446"/>
                  <a:pt x="6117160" y="-8685"/>
                  <a:pt x="6371315" y="0"/>
                </a:cubicBezTo>
                <a:cubicBezTo>
                  <a:pt x="6372153" y="8389"/>
                  <a:pt x="6370357" y="17548"/>
                  <a:pt x="6371315" y="26022"/>
                </a:cubicBezTo>
                <a:cubicBezTo>
                  <a:pt x="6188735" y="56617"/>
                  <a:pt x="5894380" y="47595"/>
                  <a:pt x="5670470" y="26022"/>
                </a:cubicBezTo>
                <a:cubicBezTo>
                  <a:pt x="5454299" y="37781"/>
                  <a:pt x="5074446" y="11380"/>
                  <a:pt x="4905913" y="26022"/>
                </a:cubicBezTo>
                <a:cubicBezTo>
                  <a:pt x="4752400" y="22943"/>
                  <a:pt x="4350368" y="55070"/>
                  <a:pt x="4141355" y="26022"/>
                </a:cubicBezTo>
                <a:cubicBezTo>
                  <a:pt x="3958129" y="4840"/>
                  <a:pt x="3770522" y="34245"/>
                  <a:pt x="3631650" y="26022"/>
                </a:cubicBezTo>
                <a:cubicBezTo>
                  <a:pt x="3525386" y="13965"/>
                  <a:pt x="3192040" y="56898"/>
                  <a:pt x="2994518" y="26022"/>
                </a:cubicBezTo>
                <a:cubicBezTo>
                  <a:pt x="2752560" y="-10819"/>
                  <a:pt x="2427067" y="-5403"/>
                  <a:pt x="2229960" y="26022"/>
                </a:cubicBezTo>
                <a:cubicBezTo>
                  <a:pt x="2037124" y="49829"/>
                  <a:pt x="1928800" y="-12153"/>
                  <a:pt x="1592829" y="26022"/>
                </a:cubicBezTo>
                <a:cubicBezTo>
                  <a:pt x="1279277" y="53765"/>
                  <a:pt x="1309624" y="5509"/>
                  <a:pt x="1146837" y="26022"/>
                </a:cubicBezTo>
                <a:cubicBezTo>
                  <a:pt x="997551" y="39522"/>
                  <a:pt x="840056" y="19455"/>
                  <a:pt x="637131" y="26022"/>
                </a:cubicBezTo>
                <a:cubicBezTo>
                  <a:pt x="455440" y="19637"/>
                  <a:pt x="245738" y="27871"/>
                  <a:pt x="0" y="26022"/>
                </a:cubicBezTo>
                <a:cubicBezTo>
                  <a:pt x="-83" y="20748"/>
                  <a:pt x="-751" y="5221"/>
                  <a:pt x="0" y="0"/>
                </a:cubicBezTo>
                <a:close/>
              </a:path>
              <a:path w="6371315" h="26022" fill="none" stroke="0" extrusionOk="0">
                <a:moveTo>
                  <a:pt x="0" y="0"/>
                </a:moveTo>
                <a:cubicBezTo>
                  <a:pt x="146809" y="-15576"/>
                  <a:pt x="474782" y="-7099"/>
                  <a:pt x="637132" y="0"/>
                </a:cubicBezTo>
                <a:cubicBezTo>
                  <a:pt x="824996" y="19601"/>
                  <a:pt x="1048475" y="-3608"/>
                  <a:pt x="1274263" y="0"/>
                </a:cubicBezTo>
                <a:cubicBezTo>
                  <a:pt x="1488551" y="6541"/>
                  <a:pt x="1601735" y="-261"/>
                  <a:pt x="1911395" y="0"/>
                </a:cubicBezTo>
                <a:cubicBezTo>
                  <a:pt x="2194561" y="17573"/>
                  <a:pt x="2479140" y="14448"/>
                  <a:pt x="2675952" y="0"/>
                </a:cubicBezTo>
                <a:cubicBezTo>
                  <a:pt x="2955939" y="9627"/>
                  <a:pt x="3162225" y="-11612"/>
                  <a:pt x="3376797" y="0"/>
                </a:cubicBezTo>
                <a:cubicBezTo>
                  <a:pt x="3609475" y="-29105"/>
                  <a:pt x="3631140" y="7467"/>
                  <a:pt x="3822789" y="0"/>
                </a:cubicBezTo>
                <a:cubicBezTo>
                  <a:pt x="4010261" y="-37410"/>
                  <a:pt x="4170020" y="24825"/>
                  <a:pt x="4396207" y="0"/>
                </a:cubicBezTo>
                <a:cubicBezTo>
                  <a:pt x="4626342" y="-2999"/>
                  <a:pt x="5001893" y="-10790"/>
                  <a:pt x="5160765" y="0"/>
                </a:cubicBezTo>
                <a:cubicBezTo>
                  <a:pt x="5323283" y="11971"/>
                  <a:pt x="5679586" y="-497"/>
                  <a:pt x="5797897" y="0"/>
                </a:cubicBezTo>
                <a:cubicBezTo>
                  <a:pt x="5956765" y="47310"/>
                  <a:pt x="6121353" y="48857"/>
                  <a:pt x="6371315" y="0"/>
                </a:cubicBezTo>
                <a:cubicBezTo>
                  <a:pt x="6372640" y="10517"/>
                  <a:pt x="6370480" y="20762"/>
                  <a:pt x="6371315" y="26022"/>
                </a:cubicBezTo>
                <a:cubicBezTo>
                  <a:pt x="6193969" y="-5885"/>
                  <a:pt x="6070676" y="5199"/>
                  <a:pt x="5861610" y="26022"/>
                </a:cubicBezTo>
                <a:cubicBezTo>
                  <a:pt x="5610326" y="29877"/>
                  <a:pt x="5354360" y="-34081"/>
                  <a:pt x="5097052" y="26022"/>
                </a:cubicBezTo>
                <a:cubicBezTo>
                  <a:pt x="4800593" y="60584"/>
                  <a:pt x="4755985" y="14582"/>
                  <a:pt x="4587347" y="26022"/>
                </a:cubicBezTo>
                <a:cubicBezTo>
                  <a:pt x="4414633" y="5839"/>
                  <a:pt x="4278536" y="10942"/>
                  <a:pt x="4141355" y="26022"/>
                </a:cubicBezTo>
                <a:cubicBezTo>
                  <a:pt x="3998739" y="46361"/>
                  <a:pt x="3792054" y="35028"/>
                  <a:pt x="3695363" y="26022"/>
                </a:cubicBezTo>
                <a:cubicBezTo>
                  <a:pt x="3602295" y="41490"/>
                  <a:pt x="3154497" y="-1188"/>
                  <a:pt x="2994518" y="26022"/>
                </a:cubicBezTo>
                <a:cubicBezTo>
                  <a:pt x="2841761" y="50811"/>
                  <a:pt x="2756591" y="10091"/>
                  <a:pt x="2548526" y="26022"/>
                </a:cubicBezTo>
                <a:cubicBezTo>
                  <a:pt x="2353375" y="79466"/>
                  <a:pt x="2070374" y="43984"/>
                  <a:pt x="1911394" y="26022"/>
                </a:cubicBezTo>
                <a:cubicBezTo>
                  <a:pt x="1742324" y="8271"/>
                  <a:pt x="1507372" y="673"/>
                  <a:pt x="1401689" y="26022"/>
                </a:cubicBezTo>
                <a:cubicBezTo>
                  <a:pt x="1275257" y="53809"/>
                  <a:pt x="937271" y="58264"/>
                  <a:pt x="764558" y="26022"/>
                </a:cubicBezTo>
                <a:cubicBezTo>
                  <a:pt x="555277" y="80977"/>
                  <a:pt x="280349" y="-20580"/>
                  <a:pt x="0" y="26022"/>
                </a:cubicBezTo>
                <a:cubicBezTo>
                  <a:pt x="917" y="17993"/>
                  <a:pt x="-457" y="615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6371315"/>
                      <a:gd name="connsiteY0" fmla="*/ 0 h 26022"/>
                      <a:gd name="connsiteX1" fmla="*/ 637132 w 6371315"/>
                      <a:gd name="connsiteY1" fmla="*/ 0 h 26022"/>
                      <a:gd name="connsiteX2" fmla="*/ 1274263 w 6371315"/>
                      <a:gd name="connsiteY2" fmla="*/ 0 h 26022"/>
                      <a:gd name="connsiteX3" fmla="*/ 1911395 w 6371315"/>
                      <a:gd name="connsiteY3" fmla="*/ 0 h 26022"/>
                      <a:gd name="connsiteX4" fmla="*/ 2675952 w 6371315"/>
                      <a:gd name="connsiteY4" fmla="*/ 0 h 26022"/>
                      <a:gd name="connsiteX5" fmla="*/ 3376797 w 6371315"/>
                      <a:gd name="connsiteY5" fmla="*/ 0 h 26022"/>
                      <a:gd name="connsiteX6" fmla="*/ 3822789 w 6371315"/>
                      <a:gd name="connsiteY6" fmla="*/ 0 h 26022"/>
                      <a:gd name="connsiteX7" fmla="*/ 4396207 w 6371315"/>
                      <a:gd name="connsiteY7" fmla="*/ 0 h 26022"/>
                      <a:gd name="connsiteX8" fmla="*/ 5160765 w 6371315"/>
                      <a:gd name="connsiteY8" fmla="*/ 0 h 26022"/>
                      <a:gd name="connsiteX9" fmla="*/ 5797897 w 6371315"/>
                      <a:gd name="connsiteY9" fmla="*/ 0 h 26022"/>
                      <a:gd name="connsiteX10" fmla="*/ 6371315 w 6371315"/>
                      <a:gd name="connsiteY10" fmla="*/ 0 h 26022"/>
                      <a:gd name="connsiteX11" fmla="*/ 6371315 w 6371315"/>
                      <a:gd name="connsiteY11" fmla="*/ 26022 h 26022"/>
                      <a:gd name="connsiteX12" fmla="*/ 5861610 w 6371315"/>
                      <a:gd name="connsiteY12" fmla="*/ 26022 h 26022"/>
                      <a:gd name="connsiteX13" fmla="*/ 5097052 w 6371315"/>
                      <a:gd name="connsiteY13" fmla="*/ 26022 h 26022"/>
                      <a:gd name="connsiteX14" fmla="*/ 4587347 w 6371315"/>
                      <a:gd name="connsiteY14" fmla="*/ 26022 h 26022"/>
                      <a:gd name="connsiteX15" fmla="*/ 4141355 w 6371315"/>
                      <a:gd name="connsiteY15" fmla="*/ 26022 h 26022"/>
                      <a:gd name="connsiteX16" fmla="*/ 3695363 w 6371315"/>
                      <a:gd name="connsiteY16" fmla="*/ 26022 h 26022"/>
                      <a:gd name="connsiteX17" fmla="*/ 2994518 w 6371315"/>
                      <a:gd name="connsiteY17" fmla="*/ 26022 h 26022"/>
                      <a:gd name="connsiteX18" fmla="*/ 2548526 w 6371315"/>
                      <a:gd name="connsiteY18" fmla="*/ 26022 h 26022"/>
                      <a:gd name="connsiteX19" fmla="*/ 1911394 w 6371315"/>
                      <a:gd name="connsiteY19" fmla="*/ 26022 h 26022"/>
                      <a:gd name="connsiteX20" fmla="*/ 1401689 w 6371315"/>
                      <a:gd name="connsiteY20" fmla="*/ 26022 h 26022"/>
                      <a:gd name="connsiteX21" fmla="*/ 764558 w 6371315"/>
                      <a:gd name="connsiteY21" fmla="*/ 26022 h 26022"/>
                      <a:gd name="connsiteX22" fmla="*/ 0 w 6371315"/>
                      <a:gd name="connsiteY22" fmla="*/ 26022 h 26022"/>
                      <a:gd name="connsiteX23" fmla="*/ 0 w 6371315"/>
                      <a:gd name="connsiteY23" fmla="*/ 0 h 2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71315" h="26022" fill="none" extrusionOk="0">
                        <a:moveTo>
                          <a:pt x="0" y="0"/>
                        </a:moveTo>
                        <a:cubicBezTo>
                          <a:pt x="159672" y="-7642"/>
                          <a:pt x="486954" y="-11667"/>
                          <a:pt x="637132" y="0"/>
                        </a:cubicBezTo>
                        <a:cubicBezTo>
                          <a:pt x="787310" y="11667"/>
                          <a:pt x="1057257" y="-3887"/>
                          <a:pt x="1274263" y="0"/>
                        </a:cubicBezTo>
                        <a:cubicBezTo>
                          <a:pt x="1491269" y="3887"/>
                          <a:pt x="1606971" y="-29204"/>
                          <a:pt x="1911395" y="0"/>
                        </a:cubicBezTo>
                        <a:cubicBezTo>
                          <a:pt x="2215819" y="29204"/>
                          <a:pt x="2439582" y="-4453"/>
                          <a:pt x="2675952" y="0"/>
                        </a:cubicBezTo>
                        <a:cubicBezTo>
                          <a:pt x="2912322" y="4453"/>
                          <a:pt x="3142556" y="28866"/>
                          <a:pt x="3376797" y="0"/>
                        </a:cubicBezTo>
                        <a:cubicBezTo>
                          <a:pt x="3611038" y="-28866"/>
                          <a:pt x="3632084" y="6578"/>
                          <a:pt x="3822789" y="0"/>
                        </a:cubicBezTo>
                        <a:cubicBezTo>
                          <a:pt x="4013494" y="-6578"/>
                          <a:pt x="4180082" y="10842"/>
                          <a:pt x="4396207" y="0"/>
                        </a:cubicBezTo>
                        <a:cubicBezTo>
                          <a:pt x="4612332" y="-10842"/>
                          <a:pt x="4994382" y="-12596"/>
                          <a:pt x="5160765" y="0"/>
                        </a:cubicBezTo>
                        <a:cubicBezTo>
                          <a:pt x="5327148" y="12596"/>
                          <a:pt x="5659371" y="-17029"/>
                          <a:pt x="5797897" y="0"/>
                        </a:cubicBezTo>
                        <a:cubicBezTo>
                          <a:pt x="5936423" y="17029"/>
                          <a:pt x="6117768" y="11726"/>
                          <a:pt x="6371315" y="0"/>
                        </a:cubicBezTo>
                        <a:cubicBezTo>
                          <a:pt x="6372565" y="10401"/>
                          <a:pt x="6370369" y="20626"/>
                          <a:pt x="6371315" y="26022"/>
                        </a:cubicBezTo>
                        <a:cubicBezTo>
                          <a:pt x="6181570" y="4971"/>
                          <a:pt x="6065411" y="29964"/>
                          <a:pt x="5861610" y="26022"/>
                        </a:cubicBezTo>
                        <a:cubicBezTo>
                          <a:pt x="5657810" y="22080"/>
                          <a:pt x="5391132" y="-8709"/>
                          <a:pt x="5097052" y="26022"/>
                        </a:cubicBezTo>
                        <a:cubicBezTo>
                          <a:pt x="4802972" y="60753"/>
                          <a:pt x="4761560" y="25947"/>
                          <a:pt x="4587347" y="26022"/>
                        </a:cubicBezTo>
                        <a:cubicBezTo>
                          <a:pt x="4413135" y="26097"/>
                          <a:pt x="4282239" y="8780"/>
                          <a:pt x="4141355" y="26022"/>
                        </a:cubicBezTo>
                        <a:cubicBezTo>
                          <a:pt x="4000471" y="43264"/>
                          <a:pt x="3787542" y="31676"/>
                          <a:pt x="3695363" y="26022"/>
                        </a:cubicBezTo>
                        <a:cubicBezTo>
                          <a:pt x="3603184" y="20368"/>
                          <a:pt x="3145401" y="4208"/>
                          <a:pt x="2994518" y="26022"/>
                        </a:cubicBezTo>
                        <a:cubicBezTo>
                          <a:pt x="2843635" y="47836"/>
                          <a:pt x="2762465" y="9778"/>
                          <a:pt x="2548526" y="26022"/>
                        </a:cubicBezTo>
                        <a:cubicBezTo>
                          <a:pt x="2334587" y="42266"/>
                          <a:pt x="2081448" y="38144"/>
                          <a:pt x="1911394" y="26022"/>
                        </a:cubicBezTo>
                        <a:cubicBezTo>
                          <a:pt x="1741340" y="13900"/>
                          <a:pt x="1532613" y="2102"/>
                          <a:pt x="1401689" y="26022"/>
                        </a:cubicBezTo>
                        <a:cubicBezTo>
                          <a:pt x="1270766" y="49942"/>
                          <a:pt x="950895" y="17127"/>
                          <a:pt x="764558" y="26022"/>
                        </a:cubicBezTo>
                        <a:cubicBezTo>
                          <a:pt x="578221" y="34917"/>
                          <a:pt x="307632" y="15620"/>
                          <a:pt x="0" y="26022"/>
                        </a:cubicBezTo>
                        <a:cubicBezTo>
                          <a:pt x="294" y="17798"/>
                          <a:pt x="-370" y="7953"/>
                          <a:pt x="0" y="0"/>
                        </a:cubicBezTo>
                        <a:close/>
                      </a:path>
                      <a:path w="6371315" h="26022" stroke="0" extrusionOk="0">
                        <a:moveTo>
                          <a:pt x="0" y="0"/>
                        </a:moveTo>
                        <a:cubicBezTo>
                          <a:pt x="155849" y="-4506"/>
                          <a:pt x="380376" y="-7598"/>
                          <a:pt x="573418" y="0"/>
                        </a:cubicBezTo>
                        <a:cubicBezTo>
                          <a:pt x="766460" y="7598"/>
                          <a:pt x="929848" y="3477"/>
                          <a:pt x="1019410" y="0"/>
                        </a:cubicBezTo>
                        <a:cubicBezTo>
                          <a:pt x="1108972" y="-3477"/>
                          <a:pt x="1541756" y="-21150"/>
                          <a:pt x="1783968" y="0"/>
                        </a:cubicBezTo>
                        <a:cubicBezTo>
                          <a:pt x="2026180" y="21150"/>
                          <a:pt x="2190867" y="-4451"/>
                          <a:pt x="2357387" y="0"/>
                        </a:cubicBezTo>
                        <a:cubicBezTo>
                          <a:pt x="2523907" y="4451"/>
                          <a:pt x="2700879" y="22351"/>
                          <a:pt x="2930805" y="0"/>
                        </a:cubicBezTo>
                        <a:cubicBezTo>
                          <a:pt x="3160731" y="-22351"/>
                          <a:pt x="3449686" y="24381"/>
                          <a:pt x="3695363" y="0"/>
                        </a:cubicBezTo>
                        <a:cubicBezTo>
                          <a:pt x="3941040" y="-24381"/>
                          <a:pt x="3972964" y="-1217"/>
                          <a:pt x="4205068" y="0"/>
                        </a:cubicBezTo>
                        <a:cubicBezTo>
                          <a:pt x="4437172" y="1217"/>
                          <a:pt x="4657597" y="6028"/>
                          <a:pt x="4969626" y="0"/>
                        </a:cubicBezTo>
                        <a:cubicBezTo>
                          <a:pt x="5281655" y="-6028"/>
                          <a:pt x="5469676" y="3931"/>
                          <a:pt x="5734184" y="0"/>
                        </a:cubicBezTo>
                        <a:cubicBezTo>
                          <a:pt x="5998692" y="-3931"/>
                          <a:pt x="6107155" y="681"/>
                          <a:pt x="6371315" y="0"/>
                        </a:cubicBezTo>
                        <a:cubicBezTo>
                          <a:pt x="6371265" y="8334"/>
                          <a:pt x="6370492" y="19219"/>
                          <a:pt x="6371315" y="26022"/>
                        </a:cubicBezTo>
                        <a:cubicBezTo>
                          <a:pt x="6219381" y="53252"/>
                          <a:pt x="5880103" y="30195"/>
                          <a:pt x="5670470" y="26022"/>
                        </a:cubicBezTo>
                        <a:cubicBezTo>
                          <a:pt x="5460838" y="21849"/>
                          <a:pt x="5065502" y="14521"/>
                          <a:pt x="4905913" y="26022"/>
                        </a:cubicBezTo>
                        <a:cubicBezTo>
                          <a:pt x="4746324" y="37523"/>
                          <a:pt x="4326329" y="44460"/>
                          <a:pt x="4141355" y="26022"/>
                        </a:cubicBezTo>
                        <a:cubicBezTo>
                          <a:pt x="3956381" y="7584"/>
                          <a:pt x="3751655" y="40538"/>
                          <a:pt x="3631650" y="26022"/>
                        </a:cubicBezTo>
                        <a:cubicBezTo>
                          <a:pt x="3511645" y="11506"/>
                          <a:pt x="3191174" y="45844"/>
                          <a:pt x="2994518" y="26022"/>
                        </a:cubicBezTo>
                        <a:cubicBezTo>
                          <a:pt x="2797862" y="6200"/>
                          <a:pt x="2422625" y="-5110"/>
                          <a:pt x="2229960" y="26022"/>
                        </a:cubicBezTo>
                        <a:cubicBezTo>
                          <a:pt x="2037295" y="57154"/>
                          <a:pt x="1908514" y="2564"/>
                          <a:pt x="1592829" y="26022"/>
                        </a:cubicBezTo>
                        <a:cubicBezTo>
                          <a:pt x="1277144" y="49480"/>
                          <a:pt x="1302818" y="5657"/>
                          <a:pt x="1146837" y="26022"/>
                        </a:cubicBezTo>
                        <a:cubicBezTo>
                          <a:pt x="990856" y="46387"/>
                          <a:pt x="831981" y="38360"/>
                          <a:pt x="637131" y="26022"/>
                        </a:cubicBezTo>
                        <a:cubicBezTo>
                          <a:pt x="442281" y="13684"/>
                          <a:pt x="238780" y="33897"/>
                          <a:pt x="0" y="26022"/>
                        </a:cubicBezTo>
                        <a:cubicBezTo>
                          <a:pt x="-334" y="20660"/>
                          <a:pt x="-879" y="598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4FAA959-77C6-698B-8190-1F3C52608FA4}"/>
              </a:ext>
            </a:extLst>
          </p:cNvPr>
          <p:cNvSpPr>
            <a:spLocks noGrp="1"/>
          </p:cNvSpPr>
          <p:nvPr>
            <p:ph idx="1"/>
          </p:nvPr>
        </p:nvSpPr>
        <p:spPr>
          <a:xfrm>
            <a:off x="7294465" y="785068"/>
            <a:ext cx="8856710" cy="7723594"/>
          </a:xfrm>
        </p:spPr>
        <p:txBody>
          <a:bodyPr anchor="ctr">
            <a:normAutofit/>
          </a:bodyPr>
          <a:lstStyle/>
          <a:p>
            <a:pPr rtl="0">
              <a:spcBef>
                <a:spcPts val="0"/>
              </a:spcBef>
              <a:spcAft>
                <a:spcPts val="600"/>
              </a:spcAft>
            </a:pPr>
            <a:r>
              <a:rPr lang="es-ES" sz="4400" b="0" i="0" u="none" strike="noStrike" dirty="0">
                <a:effectLst/>
                <a:latin typeface="Abadi Extra Light" panose="020B0204020104020204" pitchFamily="34" charset="0"/>
              </a:rPr>
              <a:t>Los </a:t>
            </a:r>
            <a:r>
              <a:rPr lang="es-ES" sz="4400" b="1" i="0" u="none" strike="noStrike" dirty="0">
                <a:effectLst/>
                <a:latin typeface="Abadi Extra Light" panose="020B0204020104020204" pitchFamily="34" charset="0"/>
              </a:rPr>
              <a:t>datos sucios </a:t>
            </a:r>
            <a:r>
              <a:rPr lang="es-ES" sz="4400" b="0" i="0" u="none" strike="noStrike" dirty="0">
                <a:effectLst/>
                <a:latin typeface="Abadi Extra Light" panose="020B0204020104020204" pitchFamily="34" charset="0"/>
              </a:rPr>
              <a:t>pueden aparecer debido a valores duplicados, errores ortográficos, errores de análisis del tipo de datos, rango de valores, etc.</a:t>
            </a:r>
          </a:p>
          <a:p>
            <a:pPr marL="0" indent="0" rtl="0">
              <a:spcBef>
                <a:spcPts val="0"/>
              </a:spcBef>
              <a:spcAft>
                <a:spcPts val="600"/>
              </a:spcAft>
              <a:buNone/>
            </a:pPr>
            <a:endParaRPr lang="es-ES" sz="4400" b="0" i="0" u="none" strike="noStrike" dirty="0">
              <a:effectLst/>
              <a:latin typeface="Abadi Extra Light" panose="020B0204020104020204" pitchFamily="34" charset="0"/>
            </a:endParaRPr>
          </a:p>
          <a:p>
            <a:pPr rtl="0">
              <a:spcBef>
                <a:spcPts val="0"/>
              </a:spcBef>
              <a:spcAft>
                <a:spcPts val="600"/>
              </a:spcAft>
            </a:pPr>
            <a:r>
              <a:rPr lang="es-ES" sz="4400" b="0" i="0" u="none" strike="noStrike" dirty="0">
                <a:effectLst/>
                <a:latin typeface="Abadi Extra Light" panose="020B0204020104020204" pitchFamily="34" charset="0"/>
              </a:rPr>
              <a:t>Si no nos aseguramos de que los datos se limpian correctamente, seguramente comprometeremos los resultados y los informes generados posteriormente. </a:t>
            </a:r>
            <a:r>
              <a:rPr lang="es-ES" sz="4400" b="1" i="0" u="none" strike="noStrike" dirty="0">
                <a:effectLst/>
                <a:latin typeface="Abadi Extra Light" panose="020B0204020104020204" pitchFamily="34" charset="0"/>
              </a:rPr>
              <a:t>“Basura que entra basura que sale”.</a:t>
            </a:r>
            <a:endParaRPr lang="es-ES" sz="4400" b="1" dirty="0">
              <a:effectLst/>
              <a:latin typeface="Abadi Extra Light" panose="020B0204020104020204" pitchFamily="34" charset="0"/>
            </a:endParaRPr>
          </a:p>
        </p:txBody>
      </p:sp>
    </p:spTree>
    <p:extLst>
      <p:ext uri="{BB962C8B-B14F-4D97-AF65-F5344CB8AC3E}">
        <p14:creationId xmlns:p14="http://schemas.microsoft.com/office/powerpoint/2010/main" val="4207475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208811" y="3010382"/>
            <a:ext cx="10489474" cy="431987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12500" b="1" dirty="0">
                <a:latin typeface="Roboto" panose="02000000000000000000" pitchFamily="2" charset="0"/>
                <a:ea typeface="Roboto" panose="02000000000000000000" pitchFamily="2" charset="0"/>
              </a:rPr>
              <a:t>Problemas comunes</a:t>
            </a:r>
          </a:p>
          <a:p>
            <a:pPr algn="ctr">
              <a:spcBef>
                <a:spcPts val="0"/>
              </a:spcBef>
              <a:buClr>
                <a:schemeClr val="dk1"/>
              </a:buClr>
              <a:buSzPts val="6000"/>
            </a:pPr>
            <a:r>
              <a:rPr lang="es-ES" sz="11500" dirty="0">
                <a:latin typeface="Abadi Extra Light" panose="020B0604020202020204" pitchFamily="34" charset="0"/>
                <a:ea typeface="Tahoma" panose="020B0604030504040204" pitchFamily="34" charset="0"/>
                <a:cs typeface="Tahoma" panose="020B0604030504040204" pitchFamily="34" charset="0"/>
              </a:rPr>
              <a:t>de los datos</a:t>
            </a:r>
            <a:endParaRPr lang="es-ES" sz="12500" dirty="0">
              <a:latin typeface="Abadi Extra Light" panose="020B0604020202020204" pitchFamily="34" charset="0"/>
              <a:ea typeface="Tahoma" panose="020B0604030504040204" pitchFamily="34" charset="0"/>
              <a:cs typeface="Tahoma" panose="020B0604030504040204" pitchFamily="34" charset="0"/>
            </a:endParaRPr>
          </a:p>
        </p:txBody>
      </p:sp>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Tree>
    <p:extLst>
      <p:ext uri="{BB962C8B-B14F-4D97-AF65-F5344CB8AC3E}">
        <p14:creationId xmlns:p14="http://schemas.microsoft.com/office/powerpoint/2010/main" val="953004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7348200" cy="97520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C5B652-978E-67CE-346C-8EE863132DB2}"/>
              </a:ext>
            </a:extLst>
          </p:cNvPr>
          <p:cNvSpPr>
            <a:spLocks noGrp="1"/>
          </p:cNvSpPr>
          <p:nvPr>
            <p:ph type="title"/>
          </p:nvPr>
        </p:nvSpPr>
        <p:spPr>
          <a:xfrm>
            <a:off x="1373397" y="1210849"/>
            <a:ext cx="7300694" cy="2078635"/>
          </a:xfrm>
        </p:spPr>
        <p:txBody>
          <a:bodyPr>
            <a:normAutofit/>
          </a:bodyPr>
          <a:lstStyle/>
          <a:p>
            <a:r>
              <a:rPr lang="es-EC" sz="5700" b="1">
                <a:latin typeface="Roboto" panose="02000000000000000000" pitchFamily="2" charset="0"/>
                <a:ea typeface="Roboto" panose="02000000000000000000" pitchFamily="2" charset="0"/>
              </a:rPr>
              <a:t>Problemas comunes con los datos</a:t>
            </a:r>
          </a:p>
        </p:txBody>
      </p:sp>
      <p:sp>
        <p:nvSpPr>
          <p:cNvPr id="3" name="Marcador de contenido 2">
            <a:extLst>
              <a:ext uri="{FF2B5EF4-FFF2-40B4-BE49-F238E27FC236}">
                <a16:creationId xmlns:a16="http://schemas.microsoft.com/office/drawing/2014/main" id="{E6979663-E75A-A34F-5FD7-1FB55ADD58DC}"/>
              </a:ext>
            </a:extLst>
          </p:cNvPr>
          <p:cNvSpPr>
            <a:spLocks noGrp="1"/>
          </p:cNvSpPr>
          <p:nvPr>
            <p:ph idx="1"/>
          </p:nvPr>
        </p:nvSpPr>
        <p:spPr>
          <a:xfrm>
            <a:off x="1373399" y="3525921"/>
            <a:ext cx="5760456" cy="5028495"/>
          </a:xfrm>
        </p:spPr>
        <p:txBody>
          <a:bodyPr>
            <a:normAutofit/>
          </a:bodyPr>
          <a:lstStyle/>
          <a:p>
            <a:r>
              <a:rPr lang="es-ES" sz="6600" dirty="0">
                <a:latin typeface="Abadi Extra Light" panose="020B0204020104020204" pitchFamily="34" charset="0"/>
                <a:ea typeface="Roboto" panose="02000000000000000000" pitchFamily="2" charset="0"/>
              </a:rPr>
              <a:t>T</a:t>
            </a:r>
            <a:r>
              <a:rPr lang="es-ES" sz="6600" b="0" i="0" u="none" strike="noStrike" dirty="0">
                <a:effectLst/>
                <a:latin typeface="Abadi Extra Light" panose="020B0204020104020204" pitchFamily="34" charset="0"/>
                <a:ea typeface="Roboto" panose="02000000000000000000" pitchFamily="2" charset="0"/>
              </a:rPr>
              <a:t>ipos de datos</a:t>
            </a:r>
          </a:p>
          <a:p>
            <a:r>
              <a:rPr lang="es-ES" sz="6600" b="0" i="0" u="none" strike="noStrike" dirty="0">
                <a:effectLst/>
                <a:latin typeface="Abadi Extra Light" panose="020B0204020104020204" pitchFamily="34" charset="0"/>
                <a:ea typeface="Roboto" panose="02000000000000000000" pitchFamily="2" charset="0"/>
              </a:rPr>
              <a:t>Restricciones de rango</a:t>
            </a:r>
          </a:p>
          <a:p>
            <a:r>
              <a:rPr lang="es-ES" sz="6600" dirty="0">
                <a:latin typeface="Abadi Extra Light" panose="020B0204020104020204" pitchFamily="34" charset="0"/>
                <a:ea typeface="Roboto" panose="02000000000000000000" pitchFamily="2" charset="0"/>
              </a:rPr>
              <a:t>D</a:t>
            </a:r>
            <a:r>
              <a:rPr lang="es-ES" sz="6600" b="0" i="0" u="none" strike="noStrike" dirty="0">
                <a:effectLst/>
                <a:latin typeface="Abadi Extra Light" panose="020B0204020104020204" pitchFamily="34" charset="0"/>
                <a:ea typeface="Roboto" panose="02000000000000000000" pitchFamily="2" charset="0"/>
              </a:rPr>
              <a:t>atos duplicados.</a:t>
            </a:r>
            <a:endParaRPr lang="es-ES" sz="6600" b="1" dirty="0">
              <a:effectLst/>
              <a:latin typeface="Abadi Extra Light" panose="020B0204020104020204" pitchFamily="34" charset="0"/>
              <a:ea typeface="Roboto" panose="02000000000000000000" pitchFamily="2" charset="0"/>
            </a:endParaRPr>
          </a:p>
          <a:p>
            <a:endParaRPr lang="es-EC" sz="3400" dirty="0">
              <a:latin typeface="Roboto" panose="02000000000000000000" pitchFamily="2" charset="0"/>
              <a:ea typeface="Roboto" panose="02000000000000000000" pitchFamily="2" charset="0"/>
            </a:endParaRPr>
          </a:p>
        </p:txBody>
      </p:sp>
      <p:sp>
        <p:nvSpPr>
          <p:cNvPr id="12" name="Freeform: Shape 11">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40797" y="1210850"/>
            <a:ext cx="8800463" cy="7330316"/>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áfico 4" descr="Cerrar con relleno sólido">
            <a:extLst>
              <a:ext uri="{FF2B5EF4-FFF2-40B4-BE49-F238E27FC236}">
                <a16:creationId xmlns:a16="http://schemas.microsoft.com/office/drawing/2014/main" id="{6AF2FA8A-4508-28B7-1636-8FABC8131E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3635" y="2993958"/>
            <a:ext cx="4575018" cy="4575018"/>
          </a:xfrm>
          <a:prstGeom prst="rect">
            <a:avLst/>
          </a:prstGeom>
        </p:spPr>
      </p:pic>
    </p:spTree>
    <p:extLst>
      <p:ext uri="{BB962C8B-B14F-4D97-AF65-F5344CB8AC3E}">
        <p14:creationId xmlns:p14="http://schemas.microsoft.com/office/powerpoint/2010/main" val="1243482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208811" y="3010382"/>
            <a:ext cx="10489474" cy="431987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12500" b="1" dirty="0">
                <a:latin typeface="Roboto" panose="02000000000000000000" pitchFamily="2" charset="0"/>
                <a:ea typeface="Roboto" panose="02000000000000000000" pitchFamily="2" charset="0"/>
              </a:rPr>
              <a:t>Problemas</a:t>
            </a:r>
          </a:p>
          <a:p>
            <a:pPr algn="ctr">
              <a:spcBef>
                <a:spcPts val="0"/>
              </a:spcBef>
              <a:buClr>
                <a:schemeClr val="dk1"/>
              </a:buClr>
              <a:buSzPts val="6000"/>
            </a:pPr>
            <a:r>
              <a:rPr lang="es-ES" sz="11500" dirty="0">
                <a:latin typeface="Abadi Extra Light" panose="020B0604020202020204" pitchFamily="34" charset="0"/>
                <a:ea typeface="Tahoma" panose="020B0604030504040204" pitchFamily="34" charset="0"/>
                <a:cs typeface="Tahoma" panose="020B0604030504040204" pitchFamily="34" charset="0"/>
              </a:rPr>
              <a:t>Tipo de Datos</a:t>
            </a:r>
            <a:endParaRPr lang="es-ES" sz="12500" dirty="0">
              <a:latin typeface="Abadi Extra Light" panose="020B0604020202020204" pitchFamily="34" charset="0"/>
              <a:ea typeface="Tahoma" panose="020B0604030504040204" pitchFamily="34" charset="0"/>
              <a:cs typeface="Tahoma" panose="020B0604030504040204" pitchFamily="34" charset="0"/>
            </a:endParaRPr>
          </a:p>
        </p:txBody>
      </p:sp>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Tree>
    <p:extLst>
      <p:ext uri="{BB962C8B-B14F-4D97-AF65-F5344CB8AC3E}">
        <p14:creationId xmlns:p14="http://schemas.microsoft.com/office/powerpoint/2010/main" val="1833925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E63AA-BB78-9DEC-EA31-5C6E882312DC}"/>
              </a:ext>
            </a:extLst>
          </p:cNvPr>
          <p:cNvSpPr>
            <a:spLocks noGrp="1"/>
          </p:cNvSpPr>
          <p:nvPr>
            <p:ph type="title"/>
          </p:nvPr>
        </p:nvSpPr>
        <p:spPr/>
        <p:txBody>
          <a:bodyPr/>
          <a:lstStyle/>
          <a:p>
            <a:r>
              <a:rPr lang="es-EC" b="1" dirty="0">
                <a:latin typeface="Roboto" panose="02000000000000000000" pitchFamily="2" charset="0"/>
                <a:ea typeface="Roboto" panose="02000000000000000000" pitchFamily="2" charset="0"/>
              </a:rPr>
              <a:t>Tipos de Datos </a:t>
            </a:r>
          </a:p>
        </p:txBody>
      </p:sp>
      <p:sp>
        <p:nvSpPr>
          <p:cNvPr id="3" name="Marcador de contenido 2">
            <a:extLst>
              <a:ext uri="{FF2B5EF4-FFF2-40B4-BE49-F238E27FC236}">
                <a16:creationId xmlns:a16="http://schemas.microsoft.com/office/drawing/2014/main" id="{A766759A-7F81-AD9C-7197-AE24A312D4A2}"/>
              </a:ext>
            </a:extLst>
          </p:cNvPr>
          <p:cNvSpPr>
            <a:spLocks noGrp="1"/>
          </p:cNvSpPr>
          <p:nvPr>
            <p:ph idx="1"/>
          </p:nvPr>
        </p:nvSpPr>
        <p:spPr>
          <a:xfrm>
            <a:off x="1192689" y="2596022"/>
            <a:ext cx="14962823" cy="6932291"/>
          </a:xfrm>
        </p:spPr>
        <p:txBody>
          <a:bodyPr>
            <a:normAutofit/>
          </a:bodyPr>
          <a:lstStyle/>
          <a:p>
            <a:pPr algn="just" rtl="0">
              <a:spcBef>
                <a:spcPts val="0"/>
              </a:spcBef>
              <a:spcAft>
                <a:spcPts val="0"/>
              </a:spcAft>
            </a:pPr>
            <a:r>
              <a:rPr lang="es-ES" sz="4800" b="0" i="0" u="none" strike="noStrike" dirty="0">
                <a:solidFill>
                  <a:srgbClr val="000000"/>
                </a:solidFill>
                <a:effectLst/>
                <a:latin typeface="Abadi Extra Light" panose="020B0204020104020204" pitchFamily="34" charset="0"/>
              </a:rPr>
              <a:t>Al trabajar con datos, hay </a:t>
            </a:r>
            <a:r>
              <a:rPr lang="es-ES" sz="5400" b="1" i="0" u="none" strike="noStrike" dirty="0">
                <a:solidFill>
                  <a:srgbClr val="00B050"/>
                </a:solidFill>
                <a:effectLst/>
                <a:latin typeface="Roboto" panose="02000000000000000000" pitchFamily="2" charset="0"/>
                <a:ea typeface="Roboto" panose="02000000000000000000" pitchFamily="2" charset="0"/>
              </a:rPr>
              <a:t>varios tipos </a:t>
            </a:r>
            <a:r>
              <a:rPr lang="es-ES" sz="4800" b="0" i="0" u="none" strike="noStrike" dirty="0">
                <a:solidFill>
                  <a:srgbClr val="000000"/>
                </a:solidFill>
                <a:effectLst/>
                <a:latin typeface="Abadi Extra Light" panose="020B0204020104020204" pitchFamily="34" charset="0"/>
              </a:rPr>
              <a:t>que podemos encontrar en el camino. Podemos estar trabajando con datos de </a:t>
            </a:r>
            <a:r>
              <a:rPr lang="es-ES" sz="5400" b="1" i="0" u="none" strike="noStrike" dirty="0">
                <a:solidFill>
                  <a:srgbClr val="00B050"/>
                </a:solidFill>
                <a:effectLst/>
                <a:latin typeface="Abadi Extra Light" panose="020B0204020104020204" pitchFamily="34" charset="0"/>
              </a:rPr>
              <a:t>texto, enteros, decimales, fechas, códigos postales</a:t>
            </a:r>
            <a:r>
              <a:rPr lang="es-ES" sz="4800" b="0" i="0" u="none" strike="noStrike" dirty="0">
                <a:solidFill>
                  <a:srgbClr val="000000"/>
                </a:solidFill>
                <a:effectLst/>
                <a:latin typeface="Abadi Extra Light" panose="020B0204020104020204" pitchFamily="34" charset="0"/>
              </a:rPr>
              <a:t>, y otros. </a:t>
            </a:r>
            <a:endParaRPr lang="es-ES" sz="8000" dirty="0">
              <a:latin typeface="Abadi Extra Light" panose="020B0204020104020204" pitchFamily="34" charset="0"/>
            </a:endParaRPr>
          </a:p>
          <a:p>
            <a:pPr algn="just" rtl="0">
              <a:spcBef>
                <a:spcPts val="0"/>
              </a:spcBef>
              <a:spcAft>
                <a:spcPts val="0"/>
              </a:spcAft>
            </a:pPr>
            <a:r>
              <a:rPr lang="es-ES" sz="4800" b="0" i="0" u="none" strike="noStrike" dirty="0">
                <a:solidFill>
                  <a:srgbClr val="000000"/>
                </a:solidFill>
                <a:effectLst/>
                <a:latin typeface="Abadi Extra Light" panose="020B0204020104020204" pitchFamily="34" charset="0"/>
              </a:rPr>
              <a:t>Por suerte, Python   tiene objetos específicos para varios tipos de datos, esto hace que sea mucho más fácil de manipular</a:t>
            </a:r>
            <a:endParaRPr lang="es-ES" sz="8000" dirty="0">
              <a:latin typeface="Abadi Extra Light" panose="020B0204020104020204" pitchFamily="34" charset="0"/>
            </a:endParaRPr>
          </a:p>
        </p:txBody>
      </p:sp>
      <p:pic>
        <p:nvPicPr>
          <p:cNvPr id="5" name="Gráfico 4" descr="Corazón con relleno sólido">
            <a:extLst>
              <a:ext uri="{FF2B5EF4-FFF2-40B4-BE49-F238E27FC236}">
                <a16:creationId xmlns:a16="http://schemas.microsoft.com/office/drawing/2014/main" id="{8934410B-5778-DB6A-554F-31043D6220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23056" y="5333207"/>
            <a:ext cx="914400" cy="914400"/>
          </a:xfrm>
          <a:prstGeom prst="rect">
            <a:avLst/>
          </a:prstGeom>
        </p:spPr>
      </p:pic>
    </p:spTree>
    <p:extLst>
      <p:ext uri="{BB962C8B-B14F-4D97-AF65-F5344CB8AC3E}">
        <p14:creationId xmlns:p14="http://schemas.microsoft.com/office/powerpoint/2010/main" val="3037452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E63AA-BB78-9DEC-EA31-5C6E882312DC}"/>
              </a:ext>
            </a:extLst>
          </p:cNvPr>
          <p:cNvSpPr>
            <a:spLocks noGrp="1"/>
          </p:cNvSpPr>
          <p:nvPr>
            <p:ph type="title"/>
          </p:nvPr>
        </p:nvSpPr>
        <p:spPr/>
        <p:txBody>
          <a:bodyPr/>
          <a:lstStyle/>
          <a:p>
            <a:r>
              <a:rPr lang="es-EC" b="1" dirty="0">
                <a:latin typeface="Roboto" panose="02000000000000000000" pitchFamily="2" charset="0"/>
                <a:ea typeface="Roboto" panose="02000000000000000000" pitchFamily="2" charset="0"/>
              </a:rPr>
              <a:t>Tipos de Datos </a:t>
            </a:r>
          </a:p>
        </p:txBody>
      </p:sp>
      <p:sp>
        <p:nvSpPr>
          <p:cNvPr id="3" name="Marcador de contenido 2">
            <a:extLst>
              <a:ext uri="{FF2B5EF4-FFF2-40B4-BE49-F238E27FC236}">
                <a16:creationId xmlns:a16="http://schemas.microsoft.com/office/drawing/2014/main" id="{A766759A-7F81-AD9C-7197-AE24A312D4A2}"/>
              </a:ext>
            </a:extLst>
          </p:cNvPr>
          <p:cNvSpPr>
            <a:spLocks noGrp="1"/>
          </p:cNvSpPr>
          <p:nvPr>
            <p:ph idx="1"/>
          </p:nvPr>
        </p:nvSpPr>
        <p:spPr>
          <a:xfrm>
            <a:off x="1192689" y="2596022"/>
            <a:ext cx="14962823" cy="6932291"/>
          </a:xfrm>
        </p:spPr>
        <p:txBody>
          <a:bodyPr>
            <a:normAutofit/>
          </a:bodyPr>
          <a:lstStyle/>
          <a:p>
            <a:pPr algn="just" rtl="0">
              <a:spcBef>
                <a:spcPts val="0"/>
              </a:spcBef>
              <a:spcAft>
                <a:spcPts val="0"/>
              </a:spcAft>
            </a:pPr>
            <a:r>
              <a:rPr lang="es-ES" sz="6600" b="0" i="0" u="none" strike="noStrike" dirty="0">
                <a:solidFill>
                  <a:srgbClr val="000000"/>
                </a:solidFill>
                <a:effectLst/>
                <a:latin typeface="Abadi Extra Light" panose="020B0204020104020204" pitchFamily="34" charset="0"/>
              </a:rPr>
              <a:t>Por lo tanto, antes de prepararnos para analizar y extraer información de nuestros datos, </a:t>
            </a:r>
            <a:r>
              <a:rPr lang="es-ES" sz="7200" b="1" i="0" u="none" strike="noStrike" dirty="0">
                <a:solidFill>
                  <a:srgbClr val="92D050"/>
                </a:solidFill>
                <a:effectLst/>
                <a:latin typeface="Abadi Extra Light" panose="020B0204020104020204" pitchFamily="34" charset="0"/>
              </a:rPr>
              <a:t>tenemos que asegurarnos de que nuestras variables tienen los tipos de datos correctos</a:t>
            </a:r>
            <a:r>
              <a:rPr lang="es-ES" sz="6600" b="0" i="0" u="none" strike="noStrike" dirty="0">
                <a:solidFill>
                  <a:srgbClr val="000000"/>
                </a:solidFill>
                <a:effectLst/>
                <a:latin typeface="Abadi Extra Light" panose="020B0204020104020204" pitchFamily="34" charset="0"/>
              </a:rPr>
              <a:t>, de lo contrario corremos el riesgo de comprometer nuestro análisis.</a:t>
            </a:r>
            <a:endParaRPr lang="es-ES" sz="6600" dirty="0">
              <a:solidFill>
                <a:srgbClr val="000000"/>
              </a:solidFill>
              <a:latin typeface="Abadi Extra Light" panose="020B0204020104020204" pitchFamily="34" charset="0"/>
            </a:endParaRPr>
          </a:p>
        </p:txBody>
      </p:sp>
    </p:spTree>
    <p:extLst>
      <p:ext uri="{BB962C8B-B14F-4D97-AF65-F5344CB8AC3E}">
        <p14:creationId xmlns:p14="http://schemas.microsoft.com/office/powerpoint/2010/main" val="198883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E63AA-BB78-9DEC-EA31-5C6E882312DC}"/>
              </a:ext>
            </a:extLst>
          </p:cNvPr>
          <p:cNvSpPr>
            <a:spLocks noGrp="1"/>
          </p:cNvSpPr>
          <p:nvPr>
            <p:ph type="title"/>
          </p:nvPr>
        </p:nvSpPr>
        <p:spPr/>
        <p:txBody>
          <a:bodyPr/>
          <a:lstStyle/>
          <a:p>
            <a:pPr rtl="0">
              <a:spcBef>
                <a:spcPts val="1200"/>
              </a:spcBef>
              <a:spcAft>
                <a:spcPts val="0"/>
              </a:spcAft>
            </a:pPr>
            <a:r>
              <a:rPr lang="es-ES" sz="6600" b="1" i="0" u="none" strike="noStrike" dirty="0">
                <a:solidFill>
                  <a:srgbClr val="05192D"/>
                </a:solidFill>
                <a:effectLst/>
                <a:latin typeface="Arial" panose="020B0604020202020204" pitchFamily="34" charset="0"/>
              </a:rPr>
              <a:t>Tipos de datos comunes</a:t>
            </a:r>
            <a:endParaRPr lang="es-ES" sz="9600" b="0" dirty="0">
              <a:effectLst/>
            </a:endParaRPr>
          </a:p>
        </p:txBody>
      </p:sp>
      <p:sp>
        <p:nvSpPr>
          <p:cNvPr id="3" name="Marcador de contenido 2">
            <a:extLst>
              <a:ext uri="{FF2B5EF4-FFF2-40B4-BE49-F238E27FC236}">
                <a16:creationId xmlns:a16="http://schemas.microsoft.com/office/drawing/2014/main" id="{A766759A-7F81-AD9C-7197-AE24A312D4A2}"/>
              </a:ext>
            </a:extLst>
          </p:cNvPr>
          <p:cNvSpPr>
            <a:spLocks noGrp="1"/>
          </p:cNvSpPr>
          <p:nvPr>
            <p:ph idx="1"/>
          </p:nvPr>
        </p:nvSpPr>
        <p:spPr>
          <a:xfrm>
            <a:off x="1192690" y="2300517"/>
            <a:ext cx="9687346" cy="6932291"/>
          </a:xfrm>
        </p:spPr>
        <p:txBody>
          <a:bodyPr>
            <a:normAutofit lnSpcReduction="10000"/>
          </a:bodyPr>
          <a:lstStyle/>
          <a:p>
            <a:pPr rtl="0">
              <a:spcBef>
                <a:spcPts val="0"/>
              </a:spcBef>
              <a:spcAft>
                <a:spcPts val="0"/>
              </a:spcAft>
            </a:pPr>
            <a:r>
              <a:rPr lang="es-ES" sz="4800" b="0" i="0" u="none" strike="noStrike" dirty="0">
                <a:solidFill>
                  <a:srgbClr val="05192D"/>
                </a:solidFill>
                <a:effectLst/>
                <a:latin typeface="Abadi Extra Light" panose="020B0204020104020204" pitchFamily="34" charset="0"/>
              </a:rPr>
              <a:t>La manipulación y el análisis de los datos con tipos de datos incorrectos podría llevar a un análisis comprometido a medida que se avanza en el flujo de trabajo de la ciencia de datos.</a:t>
            </a:r>
          </a:p>
          <a:p>
            <a:pPr marL="0" indent="0" rtl="0">
              <a:spcBef>
                <a:spcPts val="0"/>
              </a:spcBef>
              <a:spcAft>
                <a:spcPts val="0"/>
              </a:spcAft>
              <a:buNone/>
            </a:pPr>
            <a:endParaRPr lang="es-ES" sz="8000" b="0" dirty="0">
              <a:effectLst/>
              <a:latin typeface="Abadi Extra Light" panose="020B0204020104020204" pitchFamily="34" charset="0"/>
            </a:endParaRPr>
          </a:p>
          <a:p>
            <a:pPr rtl="0">
              <a:spcBef>
                <a:spcPts val="0"/>
              </a:spcBef>
              <a:spcAft>
                <a:spcPts val="0"/>
              </a:spcAft>
            </a:pPr>
            <a:r>
              <a:rPr lang="es-ES" sz="4800" b="0" i="0" u="none" strike="noStrike" dirty="0">
                <a:solidFill>
                  <a:srgbClr val="05192D"/>
                </a:solidFill>
                <a:effectLst/>
                <a:latin typeface="Abadi Extra Light" panose="020B0204020104020204" pitchFamily="34" charset="0"/>
              </a:rPr>
              <a:t>Cuando trabajamos con datos nuevos, siempre debemos comprobar los tipos de datos de sus columnas utilizando el atributo .</a:t>
            </a:r>
            <a:r>
              <a:rPr lang="es-ES" sz="4800" b="0" i="0" u="none" strike="noStrike" dirty="0" err="1">
                <a:solidFill>
                  <a:srgbClr val="05192D"/>
                </a:solidFill>
                <a:effectLst/>
                <a:latin typeface="Abadi Extra Light" panose="020B0204020104020204" pitchFamily="34" charset="0"/>
              </a:rPr>
              <a:t>dtypes</a:t>
            </a:r>
            <a:r>
              <a:rPr lang="es-ES" sz="4800" b="0" i="0" u="none" strike="noStrike" dirty="0">
                <a:solidFill>
                  <a:srgbClr val="05192D"/>
                </a:solidFill>
                <a:effectLst/>
                <a:latin typeface="Abadi Extra Light" panose="020B0204020104020204" pitchFamily="34" charset="0"/>
              </a:rPr>
              <a:t> o el método .</a:t>
            </a:r>
            <a:r>
              <a:rPr lang="es-ES" sz="4800" b="0" i="0" u="none" strike="noStrike" dirty="0" err="1">
                <a:solidFill>
                  <a:srgbClr val="05192D"/>
                </a:solidFill>
                <a:effectLst/>
                <a:latin typeface="Abadi Extra Light" panose="020B0204020104020204" pitchFamily="34" charset="0"/>
              </a:rPr>
              <a:t>info</a:t>
            </a:r>
            <a:r>
              <a:rPr lang="es-ES" sz="4800" b="0" i="0" u="none" strike="noStrike" dirty="0">
                <a:solidFill>
                  <a:srgbClr val="05192D"/>
                </a:solidFill>
                <a:effectLst/>
                <a:latin typeface="Abadi Extra Light" panose="020B0204020104020204" pitchFamily="34" charset="0"/>
              </a:rPr>
              <a:t>()</a:t>
            </a:r>
          </a:p>
        </p:txBody>
      </p:sp>
      <p:sp>
        <p:nvSpPr>
          <p:cNvPr id="4" name="CuadroTexto 3">
            <a:extLst>
              <a:ext uri="{FF2B5EF4-FFF2-40B4-BE49-F238E27FC236}">
                <a16:creationId xmlns:a16="http://schemas.microsoft.com/office/drawing/2014/main" id="{6A2A876A-8070-860A-4984-4244AF8194BE}"/>
              </a:ext>
            </a:extLst>
          </p:cNvPr>
          <p:cNvSpPr txBox="1"/>
          <p:nvPr/>
        </p:nvSpPr>
        <p:spPr>
          <a:xfrm>
            <a:off x="12775096" y="1669774"/>
            <a:ext cx="1861407" cy="3770263"/>
          </a:xfrm>
          <a:prstGeom prst="rect">
            <a:avLst/>
          </a:prstGeom>
          <a:noFill/>
        </p:spPr>
        <p:txBody>
          <a:bodyPr wrap="none" rtlCol="0">
            <a:spAutoFit/>
          </a:bodyPr>
          <a:lstStyle/>
          <a:p>
            <a:r>
              <a:rPr lang="es-ES" sz="23900" dirty="0">
                <a:solidFill>
                  <a:srgbClr val="FF0000"/>
                </a:solidFill>
                <a:latin typeface="Raleway Black" pitchFamily="2" charset="0"/>
              </a:rPr>
              <a:t>1</a:t>
            </a:r>
            <a:endParaRPr lang="es-EC" sz="1800" dirty="0">
              <a:solidFill>
                <a:srgbClr val="FF0000"/>
              </a:solidFill>
              <a:latin typeface="Raleway Black" pitchFamily="2" charset="0"/>
            </a:endParaRPr>
          </a:p>
        </p:txBody>
      </p:sp>
      <p:sp>
        <p:nvSpPr>
          <p:cNvPr id="5" name="CuadroTexto 4">
            <a:extLst>
              <a:ext uri="{FF2B5EF4-FFF2-40B4-BE49-F238E27FC236}">
                <a16:creationId xmlns:a16="http://schemas.microsoft.com/office/drawing/2014/main" id="{B9A45DF5-81A0-E07F-F3AC-0B5C8BF79012}"/>
              </a:ext>
            </a:extLst>
          </p:cNvPr>
          <p:cNvSpPr txBox="1"/>
          <p:nvPr/>
        </p:nvSpPr>
        <p:spPr>
          <a:xfrm>
            <a:off x="12775096" y="5320748"/>
            <a:ext cx="2020105" cy="3770263"/>
          </a:xfrm>
          <a:prstGeom prst="rect">
            <a:avLst/>
          </a:prstGeom>
          <a:noFill/>
        </p:spPr>
        <p:txBody>
          <a:bodyPr wrap="none" rtlCol="0">
            <a:spAutoFit/>
          </a:bodyPr>
          <a:lstStyle/>
          <a:p>
            <a:r>
              <a:rPr lang="es-ES" sz="23900" dirty="0">
                <a:solidFill>
                  <a:srgbClr val="FF0000"/>
                </a:solidFill>
                <a:latin typeface="Raleway Black" pitchFamily="2" charset="0"/>
              </a:rPr>
              <a:t>2</a:t>
            </a:r>
            <a:endParaRPr lang="es-EC" sz="1800" dirty="0">
              <a:solidFill>
                <a:srgbClr val="FF0000"/>
              </a:solidFill>
              <a:latin typeface="Raleway Black" pitchFamily="2" charset="0"/>
            </a:endParaRPr>
          </a:p>
        </p:txBody>
      </p:sp>
    </p:spTree>
    <p:extLst>
      <p:ext uri="{BB962C8B-B14F-4D97-AF65-F5344CB8AC3E}">
        <p14:creationId xmlns:p14="http://schemas.microsoft.com/office/powerpoint/2010/main" val="3445939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E63AA-BB78-9DEC-EA31-5C6E882312DC}"/>
              </a:ext>
            </a:extLst>
          </p:cNvPr>
          <p:cNvSpPr>
            <a:spLocks noGrp="1"/>
          </p:cNvSpPr>
          <p:nvPr>
            <p:ph type="title"/>
          </p:nvPr>
        </p:nvSpPr>
        <p:spPr/>
        <p:txBody>
          <a:bodyPr/>
          <a:lstStyle/>
          <a:p>
            <a:pPr rtl="0">
              <a:spcBef>
                <a:spcPts val="1200"/>
              </a:spcBef>
              <a:spcAft>
                <a:spcPts val="0"/>
              </a:spcAft>
            </a:pPr>
            <a:r>
              <a:rPr lang="es-ES" sz="6600" b="1" i="0" u="none" strike="noStrike" dirty="0">
                <a:solidFill>
                  <a:srgbClr val="05192D"/>
                </a:solidFill>
                <a:effectLst/>
                <a:latin typeface="Arial" panose="020B0604020202020204" pitchFamily="34" charset="0"/>
              </a:rPr>
              <a:t>Tipos de datos comunes</a:t>
            </a:r>
            <a:endParaRPr lang="es-ES" sz="9600" b="0" dirty="0">
              <a:effectLst/>
            </a:endParaRPr>
          </a:p>
        </p:txBody>
      </p:sp>
      <p:sp>
        <p:nvSpPr>
          <p:cNvPr id="3" name="Marcador de contenido 2">
            <a:extLst>
              <a:ext uri="{FF2B5EF4-FFF2-40B4-BE49-F238E27FC236}">
                <a16:creationId xmlns:a16="http://schemas.microsoft.com/office/drawing/2014/main" id="{A766759A-7F81-AD9C-7197-AE24A312D4A2}"/>
              </a:ext>
            </a:extLst>
          </p:cNvPr>
          <p:cNvSpPr>
            <a:spLocks noGrp="1"/>
          </p:cNvSpPr>
          <p:nvPr>
            <p:ph idx="1"/>
          </p:nvPr>
        </p:nvSpPr>
        <p:spPr>
          <a:xfrm>
            <a:off x="1192688" y="2300517"/>
            <a:ext cx="8759695" cy="6932291"/>
          </a:xfrm>
        </p:spPr>
        <p:txBody>
          <a:bodyPr>
            <a:normAutofit fontScale="92500" lnSpcReduction="20000"/>
          </a:bodyPr>
          <a:lstStyle/>
          <a:p>
            <a:pPr algn="just" rtl="0">
              <a:spcBef>
                <a:spcPts val="0"/>
              </a:spcBef>
              <a:spcAft>
                <a:spcPts val="0"/>
              </a:spcAft>
            </a:pPr>
            <a:r>
              <a:rPr lang="es-ES" sz="5400" b="0" i="0" u="none" strike="noStrike" dirty="0">
                <a:solidFill>
                  <a:srgbClr val="05192D"/>
                </a:solidFill>
                <a:effectLst/>
                <a:latin typeface="Abadi Extra Light" panose="020B0204020104020204" pitchFamily="34" charset="0"/>
              </a:rPr>
              <a:t>A menudo, nos encontraremos con columnas que deben ser convertidas a otro tipo de dato antes de comenzar cualquier análisis.</a:t>
            </a:r>
          </a:p>
          <a:p>
            <a:pPr algn="just" rtl="0">
              <a:spcBef>
                <a:spcPts val="0"/>
              </a:spcBef>
              <a:spcAft>
                <a:spcPts val="0"/>
              </a:spcAft>
            </a:pPr>
            <a:endParaRPr lang="es-ES" sz="8800" b="0" dirty="0">
              <a:effectLst/>
              <a:latin typeface="Abadi Extra Light" panose="020B0204020104020204" pitchFamily="34" charset="0"/>
            </a:endParaRPr>
          </a:p>
          <a:p>
            <a:pPr algn="just" rtl="0">
              <a:spcBef>
                <a:spcPts val="0"/>
              </a:spcBef>
              <a:spcAft>
                <a:spcPts val="1200"/>
              </a:spcAft>
            </a:pPr>
            <a:r>
              <a:rPr lang="es-ES" sz="5400" b="0" i="0" u="none" strike="noStrike" dirty="0">
                <a:solidFill>
                  <a:srgbClr val="05192D"/>
                </a:solidFill>
                <a:effectLst/>
                <a:latin typeface="Abadi Extra Light" panose="020B0204020104020204" pitchFamily="34" charset="0"/>
              </a:rPr>
              <a:t>En el siguiente ejercicio, primero identificaremos los diferentes tipos de datos y los asignaremos correctamente a sus respectivos tipos.</a:t>
            </a:r>
            <a:endParaRPr lang="es-ES" sz="21700" dirty="0">
              <a:solidFill>
                <a:srgbClr val="000000"/>
              </a:solidFill>
              <a:latin typeface="Abadi Extra Light" panose="020B0204020104020204" pitchFamily="34" charset="0"/>
            </a:endParaRPr>
          </a:p>
        </p:txBody>
      </p:sp>
      <p:sp>
        <p:nvSpPr>
          <p:cNvPr id="4" name="CuadroTexto 3">
            <a:extLst>
              <a:ext uri="{FF2B5EF4-FFF2-40B4-BE49-F238E27FC236}">
                <a16:creationId xmlns:a16="http://schemas.microsoft.com/office/drawing/2014/main" id="{FB996A48-575E-7E08-CB4B-A4510CA59F76}"/>
              </a:ext>
            </a:extLst>
          </p:cNvPr>
          <p:cNvSpPr txBox="1"/>
          <p:nvPr/>
        </p:nvSpPr>
        <p:spPr>
          <a:xfrm>
            <a:off x="12775094" y="1105743"/>
            <a:ext cx="1965603" cy="3770263"/>
          </a:xfrm>
          <a:prstGeom prst="rect">
            <a:avLst/>
          </a:prstGeom>
          <a:noFill/>
        </p:spPr>
        <p:txBody>
          <a:bodyPr wrap="none" rtlCol="0">
            <a:spAutoFit/>
          </a:bodyPr>
          <a:lstStyle/>
          <a:p>
            <a:r>
              <a:rPr lang="es-ES" sz="23900" dirty="0">
                <a:solidFill>
                  <a:srgbClr val="FF0000"/>
                </a:solidFill>
                <a:latin typeface="Raleway Black" pitchFamily="2" charset="0"/>
              </a:rPr>
              <a:t>3</a:t>
            </a:r>
            <a:endParaRPr lang="es-EC" sz="1800" dirty="0">
              <a:solidFill>
                <a:srgbClr val="FF0000"/>
              </a:solidFill>
              <a:latin typeface="Raleway Black" pitchFamily="2" charset="0"/>
            </a:endParaRPr>
          </a:p>
        </p:txBody>
      </p:sp>
      <p:sp>
        <p:nvSpPr>
          <p:cNvPr id="5" name="CuadroTexto 4">
            <a:extLst>
              <a:ext uri="{FF2B5EF4-FFF2-40B4-BE49-F238E27FC236}">
                <a16:creationId xmlns:a16="http://schemas.microsoft.com/office/drawing/2014/main" id="{43232CB8-D809-D523-CC2A-EB104C6887A5}"/>
              </a:ext>
            </a:extLst>
          </p:cNvPr>
          <p:cNvSpPr txBox="1"/>
          <p:nvPr/>
        </p:nvSpPr>
        <p:spPr>
          <a:xfrm>
            <a:off x="12775095" y="4809765"/>
            <a:ext cx="1965603" cy="3770263"/>
          </a:xfrm>
          <a:prstGeom prst="rect">
            <a:avLst/>
          </a:prstGeom>
          <a:noFill/>
        </p:spPr>
        <p:txBody>
          <a:bodyPr wrap="none" rtlCol="0">
            <a:spAutoFit/>
          </a:bodyPr>
          <a:lstStyle/>
          <a:p>
            <a:r>
              <a:rPr lang="es-ES" sz="23900" dirty="0">
                <a:solidFill>
                  <a:srgbClr val="FF0000"/>
                </a:solidFill>
                <a:latin typeface="Raleway Black" pitchFamily="2" charset="0"/>
              </a:rPr>
              <a:t>4</a:t>
            </a:r>
            <a:endParaRPr lang="es-EC" sz="1800" dirty="0">
              <a:solidFill>
                <a:srgbClr val="FF0000"/>
              </a:solidFill>
              <a:latin typeface="Raleway Black" pitchFamily="2" charset="0"/>
            </a:endParaRPr>
          </a:p>
        </p:txBody>
      </p:sp>
    </p:spTree>
    <p:extLst>
      <p:ext uri="{BB962C8B-B14F-4D97-AF65-F5344CB8AC3E}">
        <p14:creationId xmlns:p14="http://schemas.microsoft.com/office/powerpoint/2010/main" val="2122299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3B58EA-1C5C-CBC3-0515-2BC6F8640A2E}"/>
              </a:ext>
            </a:extLst>
          </p:cNvPr>
          <p:cNvSpPr>
            <a:spLocks noGrp="1"/>
          </p:cNvSpPr>
          <p:nvPr>
            <p:ph type="title"/>
          </p:nvPr>
        </p:nvSpPr>
        <p:spPr>
          <a:xfrm>
            <a:off x="10349949" y="3390501"/>
            <a:ext cx="6375407" cy="1884938"/>
          </a:xfrm>
        </p:spPr>
        <p:txBody>
          <a:bodyPr>
            <a:normAutofit fontScale="90000"/>
          </a:bodyPr>
          <a:lstStyle/>
          <a:p>
            <a:pPr algn="ctr"/>
            <a:r>
              <a:rPr lang="es-EC" sz="7200" b="0" i="0" u="none" strike="noStrike" dirty="0">
                <a:solidFill>
                  <a:srgbClr val="05192D"/>
                </a:solidFill>
                <a:effectLst/>
                <a:latin typeface="Abadi Extra Light" panose="020B0204020104020204" pitchFamily="34" charset="0"/>
              </a:rPr>
              <a:t>https://www.menti.com/gtcoqn85x2</a:t>
            </a:r>
            <a:endParaRPr lang="es-EC" sz="34400" dirty="0">
              <a:latin typeface="Abadi Extra Light" panose="020B0204020104020204" pitchFamily="34" charset="0"/>
            </a:endParaRPr>
          </a:p>
        </p:txBody>
      </p:sp>
      <p:pic>
        <p:nvPicPr>
          <p:cNvPr id="3" name="Picture 2" descr="Why data preparation is an important part of data science?">
            <a:extLst>
              <a:ext uri="{FF2B5EF4-FFF2-40B4-BE49-F238E27FC236}">
                <a16:creationId xmlns:a16="http://schemas.microsoft.com/office/drawing/2014/main" id="{9344A300-D153-E73F-E0D5-F180F16E15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1442" r="31085"/>
          <a:stretch/>
        </p:blipFill>
        <p:spPr bwMode="auto">
          <a:xfrm>
            <a:off x="622844" y="1617370"/>
            <a:ext cx="9099155" cy="5431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332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3054541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rPr>
              <a:t>Día 4</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1071997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208811" y="3010382"/>
            <a:ext cx="10489474" cy="431987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12500" b="1" dirty="0">
                <a:latin typeface="Roboto" panose="02000000000000000000" pitchFamily="2" charset="0"/>
                <a:ea typeface="Roboto" panose="02000000000000000000" pitchFamily="2" charset="0"/>
              </a:rPr>
              <a:t>Numérico</a:t>
            </a:r>
          </a:p>
          <a:p>
            <a:pPr algn="ctr">
              <a:spcBef>
                <a:spcPts val="0"/>
              </a:spcBef>
              <a:buClr>
                <a:schemeClr val="dk1"/>
              </a:buClr>
              <a:buSzPts val="6000"/>
            </a:pPr>
            <a:r>
              <a:rPr lang="es-ES" sz="11500" dirty="0">
                <a:latin typeface="Abadi Extra Light" panose="020B0604020202020204" pitchFamily="34" charset="0"/>
                <a:ea typeface="Tahoma" panose="020B0604030504040204" pitchFamily="34" charset="0"/>
                <a:cs typeface="Tahoma" panose="020B0604030504040204" pitchFamily="34" charset="0"/>
              </a:rPr>
              <a:t>O Categórico</a:t>
            </a:r>
            <a:endParaRPr lang="es-ES" sz="12500" dirty="0">
              <a:latin typeface="Abadi Extra Light" panose="020B0604020202020204" pitchFamily="34" charset="0"/>
              <a:ea typeface="Tahoma" panose="020B0604030504040204" pitchFamily="34" charset="0"/>
              <a:cs typeface="Tahoma" panose="020B0604030504040204" pitchFamily="34" charset="0"/>
            </a:endParaRPr>
          </a:p>
        </p:txBody>
      </p:sp>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Tree>
    <p:extLst>
      <p:ext uri="{BB962C8B-B14F-4D97-AF65-F5344CB8AC3E}">
        <p14:creationId xmlns:p14="http://schemas.microsoft.com/office/powerpoint/2010/main" val="1849384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285525-5B66-6FD9-732A-13257E178E5D}"/>
              </a:ext>
            </a:extLst>
          </p:cNvPr>
          <p:cNvSpPr>
            <a:spLocks noGrp="1"/>
          </p:cNvSpPr>
          <p:nvPr>
            <p:ph type="title"/>
          </p:nvPr>
        </p:nvSpPr>
        <p:spPr/>
        <p:txBody>
          <a:bodyPr/>
          <a:lstStyle/>
          <a:p>
            <a:r>
              <a:rPr lang="es-EC" b="1" dirty="0">
                <a:latin typeface="Roboto" panose="02000000000000000000" pitchFamily="2" charset="0"/>
                <a:ea typeface="Roboto" panose="02000000000000000000" pitchFamily="2" charset="0"/>
              </a:rPr>
              <a:t>Numérico o Categórico</a:t>
            </a:r>
          </a:p>
        </p:txBody>
      </p:sp>
      <p:sp>
        <p:nvSpPr>
          <p:cNvPr id="3" name="Marcador de contenido 2">
            <a:extLst>
              <a:ext uri="{FF2B5EF4-FFF2-40B4-BE49-F238E27FC236}">
                <a16:creationId xmlns:a16="http://schemas.microsoft.com/office/drawing/2014/main" id="{72A1DD14-0346-C7FE-458F-0DB793627662}"/>
              </a:ext>
            </a:extLst>
          </p:cNvPr>
          <p:cNvSpPr>
            <a:spLocks noGrp="1"/>
          </p:cNvSpPr>
          <p:nvPr>
            <p:ph idx="1"/>
          </p:nvPr>
        </p:nvSpPr>
        <p:spPr>
          <a:xfrm>
            <a:off x="1192689" y="2596022"/>
            <a:ext cx="14962823" cy="6919039"/>
          </a:xfrm>
        </p:spPr>
        <p:txBody>
          <a:bodyPr>
            <a:normAutofit/>
          </a:bodyPr>
          <a:lstStyle/>
          <a:p>
            <a:pPr algn="just" rtl="0">
              <a:spcBef>
                <a:spcPts val="0"/>
              </a:spcBef>
              <a:spcAft>
                <a:spcPts val="0"/>
              </a:spcAft>
            </a:pPr>
            <a:r>
              <a:rPr lang="es-ES" sz="4400" b="0" i="0" u="none" strike="noStrike" dirty="0">
                <a:solidFill>
                  <a:srgbClr val="000000"/>
                </a:solidFill>
                <a:effectLst/>
                <a:latin typeface="Abadi Extra Light" panose="020B0204020104020204" pitchFamily="34" charset="0"/>
              </a:rPr>
              <a:t>A veces tenemos datos que parecen numéricos pero en realidad representan categorías, un conjunto finito de categorías posibles.</a:t>
            </a:r>
          </a:p>
          <a:p>
            <a:pPr algn="just" rtl="0">
              <a:spcBef>
                <a:spcPts val="0"/>
              </a:spcBef>
              <a:spcAft>
                <a:spcPts val="0"/>
              </a:spcAft>
            </a:pPr>
            <a:r>
              <a:rPr lang="es-ES" sz="4400" b="0" i="0" u="none" strike="noStrike" dirty="0">
                <a:solidFill>
                  <a:srgbClr val="000000"/>
                </a:solidFill>
                <a:effectLst/>
                <a:latin typeface="Abadi Extra Light" panose="020B0204020104020204" pitchFamily="34" charset="0"/>
              </a:rPr>
              <a:t>Esto se llama </a:t>
            </a:r>
            <a:r>
              <a:rPr lang="es-ES" sz="4400" i="0" u="none" strike="noStrike" dirty="0">
                <a:solidFill>
                  <a:srgbClr val="000000"/>
                </a:solidFill>
                <a:effectLst/>
                <a:latin typeface="Abadi Extra Light" panose="020B0204020104020204" pitchFamily="34" charset="0"/>
              </a:rPr>
              <a:t>datos categóricos</a:t>
            </a:r>
            <a:r>
              <a:rPr lang="es-ES" sz="4400" b="0" i="0" u="none" strike="noStrike" dirty="0">
                <a:solidFill>
                  <a:srgbClr val="000000"/>
                </a:solidFill>
                <a:effectLst/>
                <a:latin typeface="Abadi Extra Light" panose="020B0204020104020204" pitchFamily="34" charset="0"/>
              </a:rPr>
              <a:t>, veamos este ejemplo.</a:t>
            </a:r>
          </a:p>
          <a:p>
            <a:pPr marL="0" indent="0" algn="just" rtl="0">
              <a:spcBef>
                <a:spcPts val="0"/>
              </a:spcBef>
              <a:spcAft>
                <a:spcPts val="0"/>
              </a:spcAft>
              <a:buNone/>
            </a:pPr>
            <a:r>
              <a:rPr lang="es-ES" sz="4400" b="0" i="0" u="none" strike="noStrike" dirty="0">
                <a:solidFill>
                  <a:srgbClr val="000000"/>
                </a:solidFill>
                <a:effectLst/>
                <a:latin typeface="Abadi Extra Light" panose="020B0204020104020204" pitchFamily="34" charset="0"/>
              </a:rPr>
              <a:t> </a:t>
            </a:r>
          </a:p>
          <a:p>
            <a:pPr algn="just" rtl="0">
              <a:spcBef>
                <a:spcPts val="0"/>
              </a:spcBef>
              <a:spcAft>
                <a:spcPts val="0"/>
              </a:spcAft>
            </a:pPr>
            <a:endParaRPr lang="es-ES" sz="4400" dirty="0">
              <a:solidFill>
                <a:srgbClr val="000000"/>
              </a:solidFill>
              <a:latin typeface="Abadi Extra Light" panose="020B0204020104020204" pitchFamily="34" charset="0"/>
            </a:endParaRPr>
          </a:p>
          <a:p>
            <a:pPr algn="just" rtl="0">
              <a:spcBef>
                <a:spcPts val="0"/>
              </a:spcBef>
              <a:spcAft>
                <a:spcPts val="0"/>
              </a:spcAft>
            </a:pPr>
            <a:endParaRPr lang="es-ES" sz="4400" dirty="0">
              <a:solidFill>
                <a:srgbClr val="000000"/>
              </a:solidFill>
              <a:latin typeface="Abadi Extra Light" panose="020B0204020104020204" pitchFamily="34" charset="0"/>
            </a:endParaRPr>
          </a:p>
          <a:p>
            <a:pPr algn="just" rtl="0">
              <a:spcBef>
                <a:spcPts val="0"/>
              </a:spcBef>
              <a:spcAft>
                <a:spcPts val="0"/>
              </a:spcAft>
            </a:pPr>
            <a:endParaRPr lang="es-ES" sz="7200" dirty="0">
              <a:latin typeface="Abadi Extra Light" panose="020B0204020104020204" pitchFamily="34" charset="0"/>
            </a:endParaRPr>
          </a:p>
          <a:p>
            <a:pPr algn="just" rtl="0">
              <a:spcBef>
                <a:spcPts val="0"/>
              </a:spcBef>
              <a:spcAft>
                <a:spcPts val="0"/>
              </a:spcAft>
            </a:pPr>
            <a:r>
              <a:rPr lang="es-ES" sz="4400" b="0" i="0" u="none" strike="noStrike" dirty="0">
                <a:solidFill>
                  <a:srgbClr val="000000"/>
                </a:solidFill>
                <a:effectLst/>
                <a:latin typeface="Abadi Extra Light" panose="020B0204020104020204" pitchFamily="34" charset="0"/>
              </a:rPr>
              <a:t>Se importará de tipo entero la columna </a:t>
            </a:r>
            <a:r>
              <a:rPr lang="es-ES" sz="4400" b="0" i="0" u="none" strike="noStrike" dirty="0" err="1">
                <a:solidFill>
                  <a:srgbClr val="000000"/>
                </a:solidFill>
                <a:effectLst/>
                <a:latin typeface="Abadi Extra Light" panose="020B0204020104020204" pitchFamily="34" charset="0"/>
              </a:rPr>
              <a:t>season</a:t>
            </a:r>
            <a:r>
              <a:rPr lang="es-ES" sz="4400" b="0" i="0" u="none" strike="noStrike" dirty="0">
                <a:solidFill>
                  <a:srgbClr val="000000"/>
                </a:solidFill>
                <a:effectLst/>
                <a:latin typeface="Abadi Extra Light" panose="020B0204020104020204" pitchFamily="34" charset="0"/>
              </a:rPr>
              <a:t>, lo que podría llevar a resultados engañosos al intentar extraer algunos resúmenes estadísticos.</a:t>
            </a:r>
            <a:endParaRPr lang="es-ES" sz="7200" dirty="0">
              <a:latin typeface="Abadi Extra Light" panose="020B0204020104020204" pitchFamily="34" charset="0"/>
            </a:endParaRPr>
          </a:p>
        </p:txBody>
      </p:sp>
      <p:pic>
        <p:nvPicPr>
          <p:cNvPr id="4098" name="Picture 2">
            <a:extLst>
              <a:ext uri="{FF2B5EF4-FFF2-40B4-BE49-F238E27FC236}">
                <a16:creationId xmlns:a16="http://schemas.microsoft.com/office/drawing/2014/main" id="{2B1C09D5-EA0C-55CA-FB7C-EC336FBA2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1775" y="4477854"/>
            <a:ext cx="5137772" cy="2836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070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2B13B7-4250-F5AA-58DD-4B0F1F605918}"/>
              </a:ext>
            </a:extLst>
          </p:cNvPr>
          <p:cNvSpPr>
            <a:spLocks noGrp="1"/>
          </p:cNvSpPr>
          <p:nvPr>
            <p:ph type="title"/>
          </p:nvPr>
        </p:nvSpPr>
        <p:spPr/>
        <p:txBody>
          <a:bodyPr/>
          <a:lstStyle/>
          <a:p>
            <a:r>
              <a:rPr lang="es-EC" b="1" dirty="0">
                <a:latin typeface="Roboto" panose="02000000000000000000" pitchFamily="2" charset="0"/>
                <a:ea typeface="Roboto" panose="02000000000000000000" pitchFamily="2" charset="0"/>
              </a:rPr>
              <a:t>Numérico o Categórico</a:t>
            </a:r>
            <a:endParaRPr lang="es-EC" dirty="0"/>
          </a:p>
        </p:txBody>
      </p:sp>
      <p:sp>
        <p:nvSpPr>
          <p:cNvPr id="3" name="Marcador de contenido 2">
            <a:extLst>
              <a:ext uri="{FF2B5EF4-FFF2-40B4-BE49-F238E27FC236}">
                <a16:creationId xmlns:a16="http://schemas.microsoft.com/office/drawing/2014/main" id="{E71B9931-793F-5513-9AA9-FDB08DA8B936}"/>
              </a:ext>
            </a:extLst>
          </p:cNvPr>
          <p:cNvSpPr>
            <a:spLocks noGrp="1"/>
          </p:cNvSpPr>
          <p:nvPr>
            <p:ph idx="1"/>
          </p:nvPr>
        </p:nvSpPr>
        <p:spPr/>
        <p:txBody>
          <a:bodyPr>
            <a:normAutofit lnSpcReduction="10000"/>
          </a:bodyPr>
          <a:lstStyle/>
          <a:p>
            <a:pPr algn="just" rtl="0">
              <a:spcBef>
                <a:spcPts val="0"/>
              </a:spcBef>
              <a:spcAft>
                <a:spcPts val="0"/>
              </a:spcAft>
            </a:pPr>
            <a:r>
              <a:rPr lang="es-ES" sz="5400" b="0" i="0" u="none" strike="noStrike" dirty="0">
                <a:solidFill>
                  <a:srgbClr val="000000"/>
                </a:solidFill>
                <a:effectLst/>
                <a:latin typeface="Abadi Extra Light" panose="020B0204020104020204" pitchFamily="34" charset="0"/>
              </a:rPr>
              <a:t>Podemos resolverlo utilizando el método </a:t>
            </a:r>
            <a:r>
              <a:rPr lang="es-ES" sz="6000" b="1" i="0" u="none" strike="noStrike" dirty="0">
                <a:solidFill>
                  <a:schemeClr val="accent6">
                    <a:lumMod val="60000"/>
                    <a:lumOff val="40000"/>
                  </a:schemeClr>
                </a:solidFill>
                <a:effectLst/>
                <a:latin typeface="Abadi Extra Light" panose="020B0204020104020204" pitchFamily="34" charset="0"/>
              </a:rPr>
              <a:t>.</a:t>
            </a:r>
            <a:r>
              <a:rPr lang="es-ES" sz="6000" b="1" i="0" u="none" strike="noStrike" dirty="0" err="1">
                <a:solidFill>
                  <a:schemeClr val="accent6">
                    <a:lumMod val="60000"/>
                    <a:lumOff val="40000"/>
                  </a:schemeClr>
                </a:solidFill>
                <a:effectLst/>
                <a:latin typeface="Abadi Extra Light" panose="020B0204020104020204" pitchFamily="34" charset="0"/>
              </a:rPr>
              <a:t>astype</a:t>
            </a:r>
            <a:r>
              <a:rPr lang="es-ES" sz="6000" b="1" i="0" u="none" strike="noStrike" dirty="0">
                <a:solidFill>
                  <a:schemeClr val="accent6">
                    <a:lumMod val="60000"/>
                    <a:lumOff val="40000"/>
                  </a:schemeClr>
                </a:solidFill>
                <a:effectLst/>
                <a:latin typeface="Abadi Extra Light" panose="020B0204020104020204" pitchFamily="34" charset="0"/>
              </a:rPr>
              <a:t>() </a:t>
            </a:r>
            <a:r>
              <a:rPr lang="es-ES" sz="5400" b="0" i="0" u="none" strike="noStrike" dirty="0">
                <a:solidFill>
                  <a:srgbClr val="000000"/>
                </a:solidFill>
                <a:effectLst/>
                <a:latin typeface="Abadi Extra Light" panose="020B0204020104020204" pitchFamily="34" charset="0"/>
              </a:rPr>
              <a:t>, para convertir el tipo de dato especificando que es un dato categórico. </a:t>
            </a:r>
            <a:endParaRPr lang="es-ES" sz="8800" dirty="0">
              <a:latin typeface="Abadi Extra Light" panose="020B0204020104020204" pitchFamily="34" charset="0"/>
            </a:endParaRPr>
          </a:p>
          <a:p>
            <a:pPr algn="just" rtl="0">
              <a:spcBef>
                <a:spcPts val="0"/>
              </a:spcBef>
              <a:spcAft>
                <a:spcPts val="0"/>
              </a:spcAft>
            </a:pPr>
            <a:r>
              <a:rPr lang="es-ES" sz="5400" b="0" i="0" u="none" strike="noStrike" dirty="0">
                <a:solidFill>
                  <a:srgbClr val="000000"/>
                </a:solidFill>
                <a:effectLst/>
                <a:latin typeface="Abadi Extra Light" panose="020B0204020104020204" pitchFamily="34" charset="0"/>
              </a:rPr>
              <a:t>Al aplicar la función </a:t>
            </a:r>
            <a:r>
              <a:rPr lang="es-ES" sz="6000" b="1" i="0" u="none" strike="noStrike" dirty="0">
                <a:solidFill>
                  <a:schemeClr val="accent6">
                    <a:lumMod val="60000"/>
                    <a:lumOff val="40000"/>
                  </a:schemeClr>
                </a:solidFill>
                <a:effectLst/>
                <a:latin typeface="Abadi Extra Light" panose="020B0204020104020204" pitchFamily="34" charset="0"/>
              </a:rPr>
              <a:t>describe(), </a:t>
            </a:r>
            <a:r>
              <a:rPr lang="es-ES" sz="5400" b="0" i="0" u="none" strike="noStrike" dirty="0">
                <a:solidFill>
                  <a:srgbClr val="000000"/>
                </a:solidFill>
                <a:effectLst/>
                <a:latin typeface="Abadi Extra Light" panose="020B0204020104020204" pitchFamily="34" charset="0"/>
              </a:rPr>
              <a:t>vemos que los resúmenes estadísticos están mucho más alineados con los de una variable categórica, número de observaciones, el número de valores únicos, la categoría más frecuente en lugar de la media y la desviación estándar.</a:t>
            </a:r>
            <a:endParaRPr lang="es-ES" sz="8800" dirty="0">
              <a:latin typeface="Abadi Extra Light" panose="020B0204020104020204" pitchFamily="34" charset="0"/>
            </a:endParaRPr>
          </a:p>
          <a:p>
            <a:endParaRPr lang="es-EC" sz="4800" dirty="0"/>
          </a:p>
        </p:txBody>
      </p:sp>
    </p:spTree>
    <p:extLst>
      <p:ext uri="{BB962C8B-B14F-4D97-AF65-F5344CB8AC3E}">
        <p14:creationId xmlns:p14="http://schemas.microsoft.com/office/powerpoint/2010/main" val="3224869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3755235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a:solidFill>
                  <a:srgbClr val="E6E6E6"/>
                </a:solidFill>
                <a:latin typeface="Roboto" panose="02000000000000000000" pitchFamily="2" charset="0"/>
                <a:ea typeface="Roboto" panose="02000000000000000000" pitchFamily="2" charset="0"/>
                <a:cs typeface="Arial" panose="020B0604020202020204" pitchFamily="34" charset="0"/>
              </a:rPr>
              <a:t>Día 5</a:t>
            </a:r>
            <a:endPar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endParaRP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1819297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626164" y="3138997"/>
            <a:ext cx="10465906" cy="3693319"/>
          </a:xfrm>
          <a:prstGeom prst="rect">
            <a:avLst/>
          </a:prstGeom>
          <a:noFill/>
        </p:spPr>
        <p:txBody>
          <a:bodyPr wrap="square">
            <a:spAutoFit/>
          </a:bodyPr>
          <a:lstStyle/>
          <a:p>
            <a:pPr algn="l"/>
            <a:r>
              <a:rPr lang="es-ES" sz="13800" b="1" i="0" dirty="0">
                <a:solidFill>
                  <a:srgbClr val="212121"/>
                </a:solidFill>
                <a:effectLst/>
                <a:latin typeface="Roboto" panose="02000000000000000000" pitchFamily="2" charset="0"/>
                <a:ea typeface="Roboto" panose="02000000000000000000" pitchFamily="2" charset="0"/>
              </a:rPr>
              <a:t>Ejercicios</a:t>
            </a:r>
          </a:p>
          <a:p>
            <a:pPr algn="l"/>
            <a:r>
              <a:rPr lang="es-ES" sz="9600" b="0" i="0" dirty="0">
                <a:solidFill>
                  <a:srgbClr val="212121"/>
                </a:solidFill>
                <a:effectLst/>
                <a:latin typeface="Abadi Extra Light" panose="020B0204020104020204" pitchFamily="34" charset="0"/>
              </a:rPr>
              <a:t>con tipos de datos</a:t>
            </a:r>
          </a:p>
        </p:txBody>
      </p:sp>
    </p:spTree>
    <p:extLst>
      <p:ext uri="{BB962C8B-B14F-4D97-AF65-F5344CB8AC3E}">
        <p14:creationId xmlns:p14="http://schemas.microsoft.com/office/powerpoint/2010/main" val="2344166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2595408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626164" y="3138997"/>
            <a:ext cx="9737035" cy="2031325"/>
          </a:xfrm>
          <a:prstGeom prst="rect">
            <a:avLst/>
          </a:prstGeom>
          <a:noFill/>
        </p:spPr>
        <p:txBody>
          <a:bodyPr wrap="square">
            <a:spAutoFit/>
          </a:bodyPr>
          <a:lstStyle/>
          <a:p>
            <a:pPr algn="l"/>
            <a:r>
              <a:rPr lang="es-ES" sz="6600" b="1" i="0" dirty="0">
                <a:solidFill>
                  <a:srgbClr val="212121"/>
                </a:solidFill>
                <a:effectLst/>
                <a:latin typeface="Roboto" panose="02000000000000000000" pitchFamily="2" charset="0"/>
                <a:ea typeface="Roboto" panose="02000000000000000000" pitchFamily="2" charset="0"/>
              </a:rPr>
              <a:t>Sumar cadenas de texto </a:t>
            </a:r>
          </a:p>
          <a:p>
            <a:pPr algn="l"/>
            <a:r>
              <a:rPr lang="es-ES" sz="6000" b="0" i="0" dirty="0">
                <a:solidFill>
                  <a:srgbClr val="212121"/>
                </a:solidFill>
                <a:effectLst/>
                <a:latin typeface="Abadi Extra Light" panose="020B0204020104020204" pitchFamily="34" charset="0"/>
              </a:rPr>
              <a:t>y concatenar números</a:t>
            </a:r>
          </a:p>
        </p:txBody>
      </p:sp>
    </p:spTree>
    <p:extLst>
      <p:ext uri="{BB962C8B-B14F-4D97-AF65-F5344CB8AC3E}">
        <p14:creationId xmlns:p14="http://schemas.microsoft.com/office/powerpoint/2010/main" val="940645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F0BE04-52D7-1A41-2F91-5B3A4071F5CD}"/>
              </a:ext>
            </a:extLst>
          </p:cNvPr>
          <p:cNvSpPr>
            <a:spLocks noGrp="1"/>
          </p:cNvSpPr>
          <p:nvPr>
            <p:ph type="title"/>
          </p:nvPr>
        </p:nvSpPr>
        <p:spPr/>
        <p:txBody>
          <a:bodyPr>
            <a:normAutofit/>
          </a:bodyPr>
          <a:lstStyle/>
          <a:p>
            <a:r>
              <a:rPr lang="es-ES" sz="5400" i="0" dirty="0">
                <a:solidFill>
                  <a:srgbClr val="212121"/>
                </a:solidFill>
                <a:effectLst/>
                <a:latin typeface="Roboto" panose="02000000000000000000" pitchFamily="2" charset="0"/>
                <a:ea typeface="Roboto" panose="02000000000000000000" pitchFamily="2" charset="0"/>
              </a:rPr>
              <a:t>Sumar cadenas de texto </a:t>
            </a:r>
            <a:r>
              <a:rPr lang="es-ES" sz="4800" i="0" dirty="0">
                <a:solidFill>
                  <a:srgbClr val="212121"/>
                </a:solidFill>
                <a:effectLst/>
                <a:latin typeface="Roboto" panose="02000000000000000000" pitchFamily="2" charset="0"/>
                <a:ea typeface="Roboto" panose="02000000000000000000" pitchFamily="2" charset="0"/>
              </a:rPr>
              <a:t>y concatenar números</a:t>
            </a:r>
            <a:endParaRPr lang="es-EC" sz="6000" dirty="0">
              <a:latin typeface="Roboto" panose="02000000000000000000" pitchFamily="2" charset="0"/>
              <a:ea typeface="Roboto" panose="02000000000000000000" pitchFamily="2" charset="0"/>
            </a:endParaRPr>
          </a:p>
        </p:txBody>
      </p:sp>
      <p:sp>
        <p:nvSpPr>
          <p:cNvPr id="3" name="Marcador de contenido 2">
            <a:extLst>
              <a:ext uri="{FF2B5EF4-FFF2-40B4-BE49-F238E27FC236}">
                <a16:creationId xmlns:a16="http://schemas.microsoft.com/office/drawing/2014/main" id="{C82C4244-99D7-6529-32EE-32DC37AD7198}"/>
              </a:ext>
            </a:extLst>
          </p:cNvPr>
          <p:cNvSpPr>
            <a:spLocks noGrp="1"/>
          </p:cNvSpPr>
          <p:nvPr>
            <p:ph idx="1"/>
          </p:nvPr>
        </p:nvSpPr>
        <p:spPr>
          <a:xfrm>
            <a:off x="1192689" y="2238214"/>
            <a:ext cx="15915868" cy="7210586"/>
          </a:xfrm>
        </p:spPr>
        <p:txBody>
          <a:bodyPr>
            <a:normAutofit/>
          </a:bodyPr>
          <a:lstStyle/>
          <a:p>
            <a:pPr algn="just"/>
            <a:r>
              <a:rPr lang="es-ES" sz="5400" b="0" dirty="0">
                <a:solidFill>
                  <a:srgbClr val="000000"/>
                </a:solidFill>
                <a:effectLst/>
                <a:latin typeface="Abadi Extra Light" panose="020B0204020104020204" pitchFamily="34" charset="0"/>
              </a:rPr>
              <a:t>En el ejercicio anterior, se pudo identificar que categórico es el tipo de dato correcto para </a:t>
            </a:r>
            <a:r>
              <a:rPr lang="es-ES" sz="6000" b="1" dirty="0" err="1">
                <a:solidFill>
                  <a:srgbClr val="92D050"/>
                </a:solidFill>
                <a:effectLst/>
                <a:latin typeface="Abadi Extra Light" panose="020B0204020104020204" pitchFamily="34" charset="0"/>
              </a:rPr>
              <a:t>user_type</a:t>
            </a:r>
            <a:r>
              <a:rPr lang="es-ES" sz="6000" b="1" dirty="0">
                <a:solidFill>
                  <a:srgbClr val="92D050"/>
                </a:solidFill>
                <a:effectLst/>
                <a:latin typeface="Abadi Extra Light" panose="020B0204020104020204" pitchFamily="34" charset="0"/>
              </a:rPr>
              <a:t> </a:t>
            </a:r>
            <a:r>
              <a:rPr lang="es-ES" sz="5400" b="0" dirty="0">
                <a:solidFill>
                  <a:srgbClr val="000000"/>
                </a:solidFill>
                <a:effectLst/>
                <a:latin typeface="Abadi Extra Light" panose="020B0204020104020204" pitchFamily="34" charset="0"/>
              </a:rPr>
              <a:t>y debemos convertirlo para extraer estadísticas descriptivas relevantes, como la distribución de los usuarios</a:t>
            </a:r>
          </a:p>
          <a:p>
            <a:pPr algn="just"/>
            <a:r>
              <a:rPr lang="es-ES" sz="5400" dirty="0">
                <a:solidFill>
                  <a:srgbClr val="000000"/>
                </a:solidFill>
                <a:latin typeface="Abadi Extra Light" panose="020B0204020104020204" pitchFamily="34" charset="0"/>
              </a:rPr>
              <a:t>Otro problema común del tipo de datos es importar como </a:t>
            </a:r>
            <a:r>
              <a:rPr lang="es-ES" sz="6000" b="1" dirty="0">
                <a:solidFill>
                  <a:srgbClr val="92D050"/>
                </a:solidFill>
                <a:latin typeface="Abadi Extra Light" panose="020B0204020104020204" pitchFamily="34" charset="0"/>
              </a:rPr>
              <a:t>texto columnas que deberían ser números</a:t>
            </a:r>
            <a:r>
              <a:rPr lang="es-ES" sz="5400" dirty="0">
                <a:solidFill>
                  <a:srgbClr val="000000"/>
                </a:solidFill>
                <a:latin typeface="Abadi Extra Light" panose="020B0204020104020204" pitchFamily="34" charset="0"/>
              </a:rPr>
              <a:t>, si esto ocurre las operaciones matemáticas como suma y multiplicación produce concatenación de cadenas y no salidas numéricas</a:t>
            </a:r>
            <a:endParaRPr lang="es-ES" sz="5400" b="0" dirty="0">
              <a:solidFill>
                <a:srgbClr val="000000"/>
              </a:solidFill>
              <a:effectLst/>
              <a:latin typeface="Abadi Extra Light" panose="020B0204020104020204" pitchFamily="34" charset="0"/>
            </a:endParaRPr>
          </a:p>
        </p:txBody>
      </p:sp>
    </p:spTree>
    <p:extLst>
      <p:ext uri="{BB962C8B-B14F-4D97-AF65-F5344CB8AC3E}">
        <p14:creationId xmlns:p14="http://schemas.microsoft.com/office/powerpoint/2010/main" val="4032665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39487628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rPr>
              <a:t>Día 6</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1162296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1805607" y="2938669"/>
            <a:ext cx="6622776" cy="3631763"/>
          </a:xfrm>
          <a:prstGeom prst="rect">
            <a:avLst/>
          </a:prstGeom>
          <a:noFill/>
        </p:spPr>
        <p:txBody>
          <a:bodyPr wrap="square">
            <a:spAutoFit/>
          </a:bodyPr>
          <a:lstStyle/>
          <a:p>
            <a:pPr algn="l"/>
            <a:r>
              <a:rPr lang="es-EC" sz="11500" b="0" i="0" dirty="0">
                <a:solidFill>
                  <a:srgbClr val="212121"/>
                </a:solidFill>
                <a:effectLst/>
                <a:latin typeface="Roboto" panose="02000000000000000000" pitchFamily="2" charset="0"/>
              </a:rPr>
              <a:t>Rango </a:t>
            </a:r>
          </a:p>
          <a:p>
            <a:pPr algn="l"/>
            <a:r>
              <a:rPr lang="es-EC" sz="11500" b="0" i="0" dirty="0">
                <a:solidFill>
                  <a:srgbClr val="212121"/>
                </a:solidFill>
                <a:effectLst/>
                <a:latin typeface="Abadi Extra Light" panose="020B0204020104020204" pitchFamily="34" charset="0"/>
              </a:rPr>
              <a:t>de Valores</a:t>
            </a:r>
          </a:p>
        </p:txBody>
      </p:sp>
    </p:spTree>
    <p:extLst>
      <p:ext uri="{BB962C8B-B14F-4D97-AF65-F5344CB8AC3E}">
        <p14:creationId xmlns:p14="http://schemas.microsoft.com/office/powerpoint/2010/main" val="3327459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62F45-A08E-8E55-4435-C1364CB8FE22}"/>
              </a:ext>
            </a:extLst>
          </p:cNvPr>
          <p:cNvSpPr>
            <a:spLocks noGrp="1"/>
          </p:cNvSpPr>
          <p:nvPr>
            <p:ph type="title"/>
          </p:nvPr>
        </p:nvSpPr>
        <p:spPr/>
        <p:txBody>
          <a:bodyPr/>
          <a:lstStyle/>
          <a:p>
            <a:r>
              <a:rPr lang="es-ES" sz="6600" b="1" i="0" u="none" strike="noStrike" dirty="0">
                <a:solidFill>
                  <a:srgbClr val="05192D"/>
                </a:solidFill>
                <a:effectLst/>
                <a:latin typeface="Roboto" panose="02000000000000000000" pitchFamily="2" charset="0"/>
                <a:ea typeface="Roboto" panose="02000000000000000000" pitchFamily="2" charset="0"/>
              </a:rPr>
              <a:t>Restricciones del rango de datos</a:t>
            </a:r>
            <a:endParaRPr lang="es-EC" dirty="0">
              <a:latin typeface="Roboto" panose="02000000000000000000" pitchFamily="2" charset="0"/>
              <a:ea typeface="Roboto" panose="02000000000000000000" pitchFamily="2" charset="0"/>
            </a:endParaRPr>
          </a:p>
        </p:txBody>
      </p:sp>
      <p:sp>
        <p:nvSpPr>
          <p:cNvPr id="3" name="Marcador de contenido 2">
            <a:extLst>
              <a:ext uri="{FF2B5EF4-FFF2-40B4-BE49-F238E27FC236}">
                <a16:creationId xmlns:a16="http://schemas.microsoft.com/office/drawing/2014/main" id="{6F029874-EA91-FF97-C03B-D8B1D37244E6}"/>
              </a:ext>
            </a:extLst>
          </p:cNvPr>
          <p:cNvSpPr>
            <a:spLocks noGrp="1"/>
          </p:cNvSpPr>
          <p:nvPr>
            <p:ph idx="1"/>
          </p:nvPr>
        </p:nvSpPr>
        <p:spPr>
          <a:xfrm>
            <a:off x="1192689" y="2173495"/>
            <a:ext cx="14962823" cy="7725879"/>
          </a:xfrm>
        </p:spPr>
        <p:txBody>
          <a:bodyPr>
            <a:normAutofit/>
          </a:bodyPr>
          <a:lstStyle/>
          <a:p>
            <a:pPr rtl="0">
              <a:spcBef>
                <a:spcPts val="0"/>
              </a:spcBef>
              <a:spcAft>
                <a:spcPts val="0"/>
              </a:spcAft>
            </a:pPr>
            <a:r>
              <a:rPr lang="es-ES" sz="4600" b="0" i="0" u="none" strike="noStrike" dirty="0">
                <a:solidFill>
                  <a:srgbClr val="05192D"/>
                </a:solidFill>
                <a:effectLst/>
                <a:latin typeface="Abadi Extra Light" panose="020B0204020104020204" pitchFamily="34" charset="0"/>
              </a:rPr>
              <a:t>Imaginemos que tenemos un </a:t>
            </a:r>
            <a:r>
              <a:rPr lang="es-ES" sz="4800" b="1" i="0" u="none" strike="noStrike" dirty="0">
                <a:solidFill>
                  <a:schemeClr val="accent6">
                    <a:lumMod val="75000"/>
                  </a:schemeClr>
                </a:solidFill>
                <a:effectLst/>
                <a:latin typeface="Abadi Extra Light" panose="020B0204020104020204" pitchFamily="34" charset="0"/>
              </a:rPr>
              <a:t>conjunto de datos de películas </a:t>
            </a:r>
            <a:r>
              <a:rPr lang="es-ES" sz="4600" b="0" i="0" u="none" strike="noStrike" dirty="0">
                <a:solidFill>
                  <a:srgbClr val="05192D"/>
                </a:solidFill>
                <a:effectLst/>
                <a:latin typeface="Abadi Extra Light" panose="020B0204020104020204" pitchFamily="34" charset="0"/>
              </a:rPr>
              <a:t>con su respectiva calificación media de un servicio de </a:t>
            </a:r>
            <a:r>
              <a:rPr lang="es-ES" sz="4600" b="0" i="0" u="none" strike="noStrike" dirty="0" err="1">
                <a:solidFill>
                  <a:srgbClr val="05192D"/>
                </a:solidFill>
                <a:effectLst/>
                <a:latin typeface="Abadi Extra Light" panose="020B0204020104020204" pitchFamily="34" charset="0"/>
              </a:rPr>
              <a:t>streaming</a:t>
            </a:r>
            <a:r>
              <a:rPr lang="es-ES" sz="4600" b="0" i="0" u="none" strike="noStrike" dirty="0">
                <a:solidFill>
                  <a:srgbClr val="05192D"/>
                </a:solidFill>
                <a:effectLst/>
                <a:latin typeface="Abadi Extra Light" panose="020B0204020104020204" pitchFamily="34" charset="0"/>
              </a:rPr>
              <a:t>. </a:t>
            </a:r>
          </a:p>
          <a:p>
            <a:pPr rtl="0">
              <a:spcBef>
                <a:spcPts val="0"/>
              </a:spcBef>
              <a:spcAft>
                <a:spcPts val="0"/>
              </a:spcAft>
            </a:pPr>
            <a:r>
              <a:rPr lang="es-ES" sz="4600" b="0" i="0" u="none" strike="noStrike" dirty="0">
                <a:solidFill>
                  <a:srgbClr val="05192D"/>
                </a:solidFill>
                <a:effectLst/>
                <a:latin typeface="Abadi Extra Light" panose="020B0204020104020204" pitchFamily="34" charset="0"/>
              </a:rPr>
              <a:t>La calificación puede ser cualquier número entero entre </a:t>
            </a:r>
            <a:r>
              <a:rPr lang="es-ES" sz="4800" b="1" i="0" u="none" strike="noStrike" dirty="0">
                <a:solidFill>
                  <a:schemeClr val="accent6">
                    <a:lumMod val="75000"/>
                  </a:schemeClr>
                </a:solidFill>
                <a:effectLst/>
                <a:latin typeface="Abadi Extra Light" panose="020B0204020104020204" pitchFamily="34" charset="0"/>
              </a:rPr>
              <a:t>1 y 5.</a:t>
            </a:r>
            <a:endParaRPr lang="es-ES" sz="4800" b="1" dirty="0">
              <a:solidFill>
                <a:schemeClr val="accent6">
                  <a:lumMod val="75000"/>
                </a:schemeClr>
              </a:solidFill>
              <a:effectLst/>
              <a:latin typeface="Abadi Extra Light" panose="020B0204020104020204" pitchFamily="34" charset="0"/>
            </a:endParaRPr>
          </a:p>
          <a:p>
            <a:pPr rtl="0">
              <a:spcBef>
                <a:spcPts val="0"/>
              </a:spcBef>
              <a:spcAft>
                <a:spcPts val="0"/>
              </a:spcAft>
            </a:pPr>
            <a:r>
              <a:rPr lang="es-ES" sz="4600" b="0" i="0" u="none" strike="noStrike" dirty="0">
                <a:solidFill>
                  <a:srgbClr val="05192D"/>
                </a:solidFill>
                <a:effectLst/>
                <a:latin typeface="Abadi Extra Light" panose="020B0204020104020204" pitchFamily="34" charset="0"/>
              </a:rPr>
              <a:t>Qué pasa si vemos que hay algunas películas con una </a:t>
            </a:r>
            <a:r>
              <a:rPr lang="es-ES" sz="4800" b="1" i="0" u="none" strike="noStrike" dirty="0">
                <a:solidFill>
                  <a:schemeClr val="accent6">
                    <a:lumMod val="75000"/>
                  </a:schemeClr>
                </a:solidFill>
                <a:effectLst/>
                <a:latin typeface="Abadi Extra Light" panose="020B0204020104020204" pitchFamily="34" charset="0"/>
              </a:rPr>
              <a:t>calificación media de 6</a:t>
            </a:r>
            <a:r>
              <a:rPr lang="es-ES" sz="4600" b="0" i="0" u="none" strike="noStrike" dirty="0">
                <a:solidFill>
                  <a:srgbClr val="05192D"/>
                </a:solidFill>
                <a:effectLst/>
                <a:latin typeface="Abadi Extra Light" panose="020B0204020104020204" pitchFamily="34" charset="0"/>
              </a:rPr>
              <a:t>, que está muy por encima del rango permitido. </a:t>
            </a:r>
          </a:p>
          <a:p>
            <a:pPr rtl="0">
              <a:spcBef>
                <a:spcPts val="0"/>
              </a:spcBef>
              <a:spcAft>
                <a:spcPts val="0"/>
              </a:spcAft>
            </a:pPr>
            <a:r>
              <a:rPr lang="es-ES" sz="4800" b="1" i="0" u="none" strike="noStrike" dirty="0">
                <a:solidFill>
                  <a:schemeClr val="accent6">
                    <a:lumMod val="75000"/>
                  </a:schemeClr>
                </a:solidFill>
                <a:effectLst/>
                <a:latin typeface="Abadi Extra Light" panose="020B0204020104020204" pitchFamily="34" charset="0"/>
              </a:rPr>
              <a:t>Lo más probable es que se trate de un error </a:t>
            </a:r>
            <a:r>
              <a:rPr lang="es-ES" sz="4600" b="0" i="0" u="none" strike="noStrike" dirty="0">
                <a:solidFill>
                  <a:srgbClr val="05192D"/>
                </a:solidFill>
                <a:effectLst/>
                <a:latin typeface="Abadi Extra Light" panose="020B0204020104020204" pitchFamily="34" charset="0"/>
              </a:rPr>
              <a:t>en la recogida de datos o en el análisis sintáctico, en el que una variable está muy por encima de su rango y su tratamiento es esencial para tener un análisis preciso.</a:t>
            </a:r>
            <a:endParaRPr lang="es-EC" sz="4600" dirty="0">
              <a:latin typeface="Abadi Extra Light" panose="020B0204020104020204" pitchFamily="34" charset="0"/>
            </a:endParaRPr>
          </a:p>
        </p:txBody>
      </p:sp>
    </p:spTree>
    <p:extLst>
      <p:ext uri="{BB962C8B-B14F-4D97-AF65-F5344CB8AC3E}">
        <p14:creationId xmlns:p14="http://schemas.microsoft.com/office/powerpoint/2010/main" val="3116764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62F45-A08E-8E55-4435-C1364CB8FE22}"/>
              </a:ext>
            </a:extLst>
          </p:cNvPr>
          <p:cNvSpPr>
            <a:spLocks noGrp="1"/>
          </p:cNvSpPr>
          <p:nvPr>
            <p:ph type="title"/>
          </p:nvPr>
        </p:nvSpPr>
        <p:spPr/>
        <p:txBody>
          <a:bodyPr/>
          <a:lstStyle/>
          <a:p>
            <a:r>
              <a:rPr lang="es-ES" sz="6600" b="1" i="0" u="none" strike="noStrike" dirty="0">
                <a:solidFill>
                  <a:srgbClr val="05192D"/>
                </a:solidFill>
                <a:effectLst/>
                <a:latin typeface="Roboto" panose="02000000000000000000" pitchFamily="2" charset="0"/>
                <a:ea typeface="Roboto" panose="02000000000000000000" pitchFamily="2" charset="0"/>
              </a:rPr>
              <a:t>Restricciones del rango de datos</a:t>
            </a:r>
            <a:endParaRPr lang="es-EC" dirty="0">
              <a:latin typeface="Roboto" panose="02000000000000000000" pitchFamily="2" charset="0"/>
              <a:ea typeface="Roboto" panose="02000000000000000000" pitchFamily="2" charset="0"/>
            </a:endParaRPr>
          </a:p>
        </p:txBody>
      </p:sp>
      <p:sp>
        <p:nvSpPr>
          <p:cNvPr id="3" name="Marcador de contenido 2">
            <a:extLst>
              <a:ext uri="{FF2B5EF4-FFF2-40B4-BE49-F238E27FC236}">
                <a16:creationId xmlns:a16="http://schemas.microsoft.com/office/drawing/2014/main" id="{6F029874-EA91-FF97-C03B-D8B1D37244E6}"/>
              </a:ext>
            </a:extLst>
          </p:cNvPr>
          <p:cNvSpPr>
            <a:spLocks noGrp="1"/>
          </p:cNvSpPr>
          <p:nvPr>
            <p:ph idx="1"/>
          </p:nvPr>
        </p:nvSpPr>
        <p:spPr>
          <a:xfrm>
            <a:off x="1192689" y="2596022"/>
            <a:ext cx="14962823" cy="6932291"/>
          </a:xfrm>
        </p:spPr>
        <p:txBody>
          <a:bodyPr>
            <a:normAutofit fontScale="92500"/>
          </a:bodyPr>
          <a:lstStyle/>
          <a:p>
            <a:pPr rtl="0">
              <a:spcBef>
                <a:spcPts val="0"/>
              </a:spcBef>
              <a:spcAft>
                <a:spcPts val="0"/>
              </a:spcAft>
            </a:pPr>
            <a:r>
              <a:rPr lang="es-ES" sz="6600" b="0" i="0" u="none" strike="noStrike" dirty="0">
                <a:solidFill>
                  <a:srgbClr val="05192D"/>
                </a:solidFill>
                <a:effectLst/>
                <a:latin typeface="Abadi Extra Light" panose="020B0204020104020204" pitchFamily="34" charset="0"/>
              </a:rPr>
              <a:t>Aquí tenemos otro ejemplo, </a:t>
            </a:r>
            <a:r>
              <a:rPr lang="es-ES" sz="6600" b="1" i="0" u="none" strike="noStrike" dirty="0">
                <a:solidFill>
                  <a:schemeClr val="accent6">
                    <a:lumMod val="75000"/>
                  </a:schemeClr>
                </a:solidFill>
                <a:effectLst/>
                <a:latin typeface="Abadi Extra Light" panose="020B0204020104020204" pitchFamily="34" charset="0"/>
              </a:rPr>
              <a:t>fechas de suscripción en el futuro para un servicio. </a:t>
            </a:r>
            <a:endParaRPr lang="es-ES" sz="11500" b="1" dirty="0">
              <a:solidFill>
                <a:schemeClr val="accent6">
                  <a:lumMod val="75000"/>
                </a:schemeClr>
              </a:solidFill>
              <a:effectLst/>
              <a:latin typeface="Abadi Extra Light" panose="020B0204020104020204" pitchFamily="34" charset="0"/>
            </a:endParaRPr>
          </a:p>
          <a:p>
            <a:pPr rtl="0">
              <a:spcBef>
                <a:spcPts val="0"/>
              </a:spcBef>
              <a:spcAft>
                <a:spcPts val="0"/>
              </a:spcAft>
            </a:pPr>
            <a:r>
              <a:rPr lang="es-ES" sz="6600" b="0" i="0" u="none" strike="noStrike" dirty="0">
                <a:solidFill>
                  <a:srgbClr val="05192D"/>
                </a:solidFill>
                <a:effectLst/>
                <a:latin typeface="Abadi Extra Light" panose="020B0204020104020204" pitchFamily="34" charset="0"/>
              </a:rPr>
              <a:t>Intrínsecamente esto no tiene ningún sentido, ya que no podemos suscribir un servicio en el futuro, pero estos errores existen ya sea por un error técnico o humano. </a:t>
            </a:r>
            <a:br>
              <a:rPr lang="es-ES" sz="11500" dirty="0">
                <a:latin typeface="Abadi Extra Light" panose="020B0204020104020204" pitchFamily="34" charset="0"/>
              </a:rPr>
            </a:br>
            <a:endParaRPr lang="es-EC" sz="11500" dirty="0">
              <a:latin typeface="Abadi Extra Light" panose="020B0204020104020204" pitchFamily="34" charset="0"/>
            </a:endParaRPr>
          </a:p>
        </p:txBody>
      </p:sp>
    </p:spTree>
    <p:extLst>
      <p:ext uri="{BB962C8B-B14F-4D97-AF65-F5344CB8AC3E}">
        <p14:creationId xmlns:p14="http://schemas.microsoft.com/office/powerpoint/2010/main" val="717936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1593573" y="1783455"/>
            <a:ext cx="8160322" cy="4524315"/>
          </a:xfrm>
          <a:prstGeom prst="rect">
            <a:avLst/>
          </a:prstGeom>
          <a:noFill/>
        </p:spPr>
        <p:txBody>
          <a:bodyPr wrap="square">
            <a:spAutoFit/>
          </a:bodyPr>
          <a:lstStyle/>
          <a:p>
            <a:pPr algn="l"/>
            <a:r>
              <a:rPr lang="es-EC" sz="9600" b="1" dirty="0">
                <a:solidFill>
                  <a:srgbClr val="212121"/>
                </a:solidFill>
                <a:latin typeface="Roboto" panose="02000000000000000000" pitchFamily="2" charset="0"/>
              </a:rPr>
              <a:t>¿Cómo tratar </a:t>
            </a:r>
            <a:r>
              <a:rPr lang="es-EC" sz="9600" dirty="0">
                <a:solidFill>
                  <a:srgbClr val="212121"/>
                </a:solidFill>
                <a:latin typeface="Abadi Extra Light" panose="020B0204020104020204" pitchFamily="34" charset="0"/>
              </a:rPr>
              <a:t>valores fuera de rango ?</a:t>
            </a:r>
            <a:endParaRPr lang="es-EC" sz="9600" b="0" i="0" dirty="0">
              <a:solidFill>
                <a:srgbClr val="212121"/>
              </a:solidFill>
              <a:effectLst/>
              <a:latin typeface="Abadi Extra Light" panose="020B0204020104020204" pitchFamily="34" charset="0"/>
            </a:endParaRPr>
          </a:p>
        </p:txBody>
      </p:sp>
    </p:spTree>
    <p:extLst>
      <p:ext uri="{BB962C8B-B14F-4D97-AF65-F5344CB8AC3E}">
        <p14:creationId xmlns:p14="http://schemas.microsoft.com/office/powerpoint/2010/main" val="6877126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3EED55-633B-CB3F-EFC2-2D7C453D2D83}"/>
              </a:ext>
            </a:extLst>
          </p:cNvPr>
          <p:cNvSpPr>
            <a:spLocks noGrp="1"/>
          </p:cNvSpPr>
          <p:nvPr>
            <p:ph type="title"/>
          </p:nvPr>
        </p:nvSpPr>
        <p:spPr/>
        <p:txBody>
          <a:bodyPr>
            <a:normAutofit/>
          </a:bodyPr>
          <a:lstStyle/>
          <a:p>
            <a:r>
              <a:rPr lang="es-ES" sz="6600" b="1" i="0" u="none" strike="noStrike" dirty="0">
                <a:solidFill>
                  <a:srgbClr val="05192D"/>
                </a:solidFill>
                <a:effectLst/>
                <a:latin typeface="Roboto" panose="02000000000000000000" pitchFamily="2" charset="0"/>
                <a:ea typeface="Roboto" panose="02000000000000000000" pitchFamily="2" charset="0"/>
              </a:rPr>
              <a:t>¿Cómo tratar los datos fuera de rango?</a:t>
            </a:r>
            <a:endParaRPr lang="es-EC" dirty="0">
              <a:latin typeface="Roboto" panose="02000000000000000000" pitchFamily="2" charset="0"/>
              <a:ea typeface="Roboto" panose="02000000000000000000" pitchFamily="2" charset="0"/>
            </a:endParaRPr>
          </a:p>
        </p:txBody>
      </p:sp>
      <p:sp>
        <p:nvSpPr>
          <p:cNvPr id="3" name="Marcador de contenido 2">
            <a:extLst>
              <a:ext uri="{FF2B5EF4-FFF2-40B4-BE49-F238E27FC236}">
                <a16:creationId xmlns:a16="http://schemas.microsoft.com/office/drawing/2014/main" id="{BE598E90-B99E-B623-043E-9B3D8D794080}"/>
              </a:ext>
            </a:extLst>
          </p:cNvPr>
          <p:cNvSpPr>
            <a:spLocks noGrp="1"/>
          </p:cNvSpPr>
          <p:nvPr>
            <p:ph idx="1"/>
          </p:nvPr>
        </p:nvSpPr>
        <p:spPr>
          <a:xfrm>
            <a:off x="1192689" y="2596022"/>
            <a:ext cx="14962823" cy="7155991"/>
          </a:xfrm>
        </p:spPr>
        <p:txBody>
          <a:bodyPr>
            <a:normAutofit/>
          </a:bodyPr>
          <a:lstStyle/>
          <a:p>
            <a:pPr>
              <a:spcBef>
                <a:spcPts val="0"/>
              </a:spcBef>
            </a:pPr>
            <a:r>
              <a:rPr lang="es-ES" sz="4800" b="0" i="0" u="none" strike="noStrike" dirty="0">
                <a:solidFill>
                  <a:srgbClr val="05192D"/>
                </a:solidFill>
                <a:effectLst/>
                <a:latin typeface="Abadi Extra Light" panose="020B0204020104020204" pitchFamily="34" charset="0"/>
              </a:rPr>
              <a:t>Hay varias opciones para tratar los datos fuera de rango. </a:t>
            </a:r>
          </a:p>
          <a:p>
            <a:pPr>
              <a:spcBef>
                <a:spcPts val="0"/>
              </a:spcBef>
            </a:pPr>
            <a:r>
              <a:rPr lang="es-ES" sz="4800" b="0" i="0" u="none" strike="noStrike" dirty="0">
                <a:solidFill>
                  <a:srgbClr val="05192D"/>
                </a:solidFill>
                <a:effectLst/>
                <a:latin typeface="Abadi Extra Light" panose="020B0204020104020204" pitchFamily="34" charset="0"/>
              </a:rPr>
              <a:t>La opción más </a:t>
            </a:r>
            <a:r>
              <a:rPr lang="es-ES" sz="5400" b="1" i="0" u="none" strike="noStrike" dirty="0">
                <a:solidFill>
                  <a:schemeClr val="accent6">
                    <a:lumMod val="75000"/>
                  </a:schemeClr>
                </a:solidFill>
                <a:effectLst/>
                <a:latin typeface="Abadi Extra Light" panose="020B0204020104020204" pitchFamily="34" charset="0"/>
              </a:rPr>
              <a:t>sencilla es eliminar los datos.</a:t>
            </a:r>
          </a:p>
          <a:p>
            <a:pPr>
              <a:spcBef>
                <a:spcPts val="0"/>
              </a:spcBef>
            </a:pPr>
            <a:r>
              <a:rPr lang="es-ES" sz="4800" b="0" i="0" u="none" strike="noStrike" dirty="0">
                <a:solidFill>
                  <a:srgbClr val="05192D"/>
                </a:solidFill>
                <a:effectLst/>
                <a:latin typeface="Abadi Extra Light" panose="020B0204020104020204" pitchFamily="34" charset="0"/>
              </a:rPr>
              <a:t>Sin embargo, dependiendo de los datos fuera de rango, </a:t>
            </a:r>
            <a:r>
              <a:rPr lang="es-ES" sz="5400" b="1" i="0" u="none" strike="noStrike" dirty="0">
                <a:solidFill>
                  <a:schemeClr val="accent6">
                    <a:lumMod val="75000"/>
                  </a:schemeClr>
                </a:solidFill>
                <a:effectLst/>
                <a:latin typeface="Abadi Extra Light" panose="020B0204020104020204" pitchFamily="34" charset="0"/>
              </a:rPr>
              <a:t>podría estar perdiendo información esencial. </a:t>
            </a:r>
          </a:p>
          <a:p>
            <a:pPr>
              <a:spcBef>
                <a:spcPts val="0"/>
              </a:spcBef>
            </a:pPr>
            <a:r>
              <a:rPr lang="es-ES" sz="4800" b="0" i="0" u="none" strike="noStrike" dirty="0">
                <a:solidFill>
                  <a:srgbClr val="05192D"/>
                </a:solidFill>
                <a:effectLst/>
                <a:latin typeface="Abadi Extra Light" panose="020B0204020104020204" pitchFamily="34" charset="0"/>
              </a:rPr>
              <a:t>Como regla general, sólo hay que eliminar los datos cuando </a:t>
            </a:r>
            <a:r>
              <a:rPr lang="es-ES" sz="5400" b="1" i="0" u="none" strike="noStrike" dirty="0">
                <a:solidFill>
                  <a:schemeClr val="accent6">
                    <a:lumMod val="75000"/>
                  </a:schemeClr>
                </a:solidFill>
                <a:effectLst/>
                <a:latin typeface="Abadi Extra Light" panose="020B0204020104020204" pitchFamily="34" charset="0"/>
              </a:rPr>
              <a:t>una pequeña proporción del conjunto de datos se ve afectada por valores fuera de rango</a:t>
            </a:r>
            <a:r>
              <a:rPr lang="es-ES" sz="4800" b="0" i="0" u="none" strike="noStrike" dirty="0">
                <a:solidFill>
                  <a:srgbClr val="05192D"/>
                </a:solidFill>
                <a:effectLst/>
                <a:latin typeface="Abadi Extra Light" panose="020B0204020104020204" pitchFamily="34" charset="0"/>
              </a:rPr>
              <a:t>, pero hay que entender bien el conjunto de datos antes de decidir si se eliminan los valores. </a:t>
            </a:r>
          </a:p>
        </p:txBody>
      </p:sp>
    </p:spTree>
    <p:extLst>
      <p:ext uri="{BB962C8B-B14F-4D97-AF65-F5344CB8AC3E}">
        <p14:creationId xmlns:p14="http://schemas.microsoft.com/office/powerpoint/2010/main" val="145273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3EED55-633B-CB3F-EFC2-2D7C453D2D83}"/>
              </a:ext>
            </a:extLst>
          </p:cNvPr>
          <p:cNvSpPr>
            <a:spLocks noGrp="1"/>
          </p:cNvSpPr>
          <p:nvPr>
            <p:ph type="title"/>
          </p:nvPr>
        </p:nvSpPr>
        <p:spPr/>
        <p:txBody>
          <a:bodyPr>
            <a:normAutofit/>
          </a:bodyPr>
          <a:lstStyle/>
          <a:p>
            <a:r>
              <a:rPr lang="es-ES" sz="6600" b="1" i="0" u="none" strike="noStrike" dirty="0">
                <a:solidFill>
                  <a:srgbClr val="05192D"/>
                </a:solidFill>
                <a:effectLst/>
                <a:latin typeface="Roboto" panose="02000000000000000000" pitchFamily="2" charset="0"/>
                <a:ea typeface="Roboto" panose="02000000000000000000" pitchFamily="2" charset="0"/>
              </a:rPr>
              <a:t>¿Cómo tratar los datos fuera de rango?</a:t>
            </a:r>
            <a:endParaRPr lang="es-EC" dirty="0">
              <a:latin typeface="Roboto" panose="02000000000000000000" pitchFamily="2" charset="0"/>
              <a:ea typeface="Roboto" panose="02000000000000000000" pitchFamily="2" charset="0"/>
            </a:endParaRPr>
          </a:p>
        </p:txBody>
      </p:sp>
      <p:sp>
        <p:nvSpPr>
          <p:cNvPr id="3" name="Marcador de contenido 2">
            <a:extLst>
              <a:ext uri="{FF2B5EF4-FFF2-40B4-BE49-F238E27FC236}">
                <a16:creationId xmlns:a16="http://schemas.microsoft.com/office/drawing/2014/main" id="{BE598E90-B99E-B623-043E-9B3D8D794080}"/>
              </a:ext>
            </a:extLst>
          </p:cNvPr>
          <p:cNvSpPr>
            <a:spLocks noGrp="1"/>
          </p:cNvSpPr>
          <p:nvPr>
            <p:ph idx="1"/>
          </p:nvPr>
        </p:nvSpPr>
        <p:spPr>
          <a:xfrm>
            <a:off x="1192689" y="2596022"/>
            <a:ext cx="14962823" cy="6879282"/>
          </a:xfrm>
        </p:spPr>
        <p:txBody>
          <a:bodyPr>
            <a:normAutofit/>
          </a:bodyPr>
          <a:lstStyle/>
          <a:p>
            <a:pPr>
              <a:spcBef>
                <a:spcPts val="0"/>
              </a:spcBef>
            </a:pPr>
            <a:r>
              <a:rPr lang="es-ES" sz="4800" b="0" i="0" u="none" strike="noStrike" dirty="0">
                <a:solidFill>
                  <a:srgbClr val="05192D"/>
                </a:solidFill>
                <a:effectLst/>
                <a:latin typeface="Abadi Extra Light" panose="020B0204020104020204" pitchFamily="34" charset="0"/>
              </a:rPr>
              <a:t>Otra opción </a:t>
            </a:r>
            <a:r>
              <a:rPr lang="es-ES" sz="5400" b="1" i="0" u="none" strike="noStrike" dirty="0">
                <a:solidFill>
                  <a:schemeClr val="accent6">
                    <a:lumMod val="75000"/>
                  </a:schemeClr>
                </a:solidFill>
                <a:effectLst/>
                <a:latin typeface="Abadi Extra Light" panose="020B0204020104020204" pitchFamily="34" charset="0"/>
              </a:rPr>
              <a:t>sería establecer mínimos o máximos </a:t>
            </a:r>
            <a:r>
              <a:rPr lang="es-ES" sz="4800" b="0" i="0" u="none" strike="noStrike" dirty="0">
                <a:solidFill>
                  <a:srgbClr val="05192D"/>
                </a:solidFill>
                <a:effectLst/>
                <a:latin typeface="Abadi Extra Light" panose="020B0204020104020204" pitchFamily="34" charset="0"/>
              </a:rPr>
              <a:t>personalizados para sus columnas. </a:t>
            </a:r>
          </a:p>
          <a:p>
            <a:pPr>
              <a:spcBef>
                <a:spcPts val="0"/>
              </a:spcBef>
            </a:pPr>
            <a:r>
              <a:rPr lang="es-ES" sz="4800" b="0" i="0" u="none" strike="noStrike" dirty="0">
                <a:solidFill>
                  <a:srgbClr val="05192D"/>
                </a:solidFill>
                <a:effectLst/>
                <a:latin typeface="Abadi Extra Light" panose="020B0204020104020204" pitchFamily="34" charset="0"/>
              </a:rPr>
              <a:t>También podríamos establecer </a:t>
            </a:r>
            <a:r>
              <a:rPr lang="es-ES" sz="5400" b="1" i="0" u="none" strike="noStrike" dirty="0">
                <a:solidFill>
                  <a:schemeClr val="accent6">
                    <a:lumMod val="75000"/>
                  </a:schemeClr>
                </a:solidFill>
                <a:effectLst/>
                <a:latin typeface="Abadi Extra Light" panose="020B0204020104020204" pitchFamily="34" charset="0"/>
              </a:rPr>
              <a:t>los datos como perdidos, e imputarlos, </a:t>
            </a:r>
            <a:r>
              <a:rPr lang="es-ES" sz="4800" b="0" i="0" u="none" strike="noStrike" dirty="0">
                <a:solidFill>
                  <a:srgbClr val="05192D"/>
                </a:solidFill>
                <a:effectLst/>
                <a:latin typeface="Abadi Extra Light" panose="020B0204020104020204" pitchFamily="34" charset="0"/>
              </a:rPr>
              <a:t>pero veremos cómo tratar los datos perdidos más adelante. </a:t>
            </a:r>
          </a:p>
          <a:p>
            <a:pPr>
              <a:spcBef>
                <a:spcPts val="0"/>
              </a:spcBef>
            </a:pPr>
            <a:r>
              <a:rPr lang="es-ES" sz="4800" b="0" i="0" u="none" strike="noStrike" dirty="0">
                <a:solidFill>
                  <a:srgbClr val="05192D"/>
                </a:solidFill>
                <a:effectLst/>
                <a:latin typeface="Abadi Extra Light" panose="020B0204020104020204" pitchFamily="34" charset="0"/>
              </a:rPr>
              <a:t>También podríamos, </a:t>
            </a:r>
            <a:r>
              <a:rPr lang="es-ES" sz="5400" b="1" i="0" u="none" strike="noStrike" dirty="0">
                <a:solidFill>
                  <a:schemeClr val="accent6">
                    <a:lumMod val="75000"/>
                  </a:schemeClr>
                </a:solidFill>
                <a:effectLst/>
                <a:latin typeface="Abadi Extra Light" panose="020B0204020104020204" pitchFamily="34" charset="0"/>
              </a:rPr>
              <a:t>dependiendo de los supuestos de negocio</a:t>
            </a:r>
            <a:r>
              <a:rPr lang="es-ES" sz="4800" b="0" i="0" u="none" strike="noStrike" dirty="0">
                <a:solidFill>
                  <a:srgbClr val="05192D"/>
                </a:solidFill>
                <a:effectLst/>
                <a:latin typeface="Abadi Extra Light" panose="020B0204020104020204" pitchFamily="34" charset="0"/>
              </a:rPr>
              <a:t> que hay detrás de nuestros datos, asignar un valor personalizado para cualquier valor de nuestros datos que vaya más allá de un determinado rango.</a:t>
            </a:r>
            <a:endParaRPr lang="es-ES" sz="8000" b="0" dirty="0">
              <a:effectLst/>
              <a:latin typeface="Abadi Extra Light" panose="020B0204020104020204" pitchFamily="34" charset="0"/>
            </a:endParaRPr>
          </a:p>
        </p:txBody>
      </p:sp>
    </p:spTree>
    <p:extLst>
      <p:ext uri="{BB962C8B-B14F-4D97-AF65-F5344CB8AC3E}">
        <p14:creationId xmlns:p14="http://schemas.microsoft.com/office/powerpoint/2010/main" val="41726505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38028596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1593573" y="1783455"/>
            <a:ext cx="8160322" cy="5201424"/>
          </a:xfrm>
          <a:prstGeom prst="rect">
            <a:avLst/>
          </a:prstGeom>
          <a:noFill/>
        </p:spPr>
        <p:txBody>
          <a:bodyPr wrap="square">
            <a:spAutoFit/>
          </a:bodyPr>
          <a:lstStyle/>
          <a:p>
            <a:pPr algn="l"/>
            <a:r>
              <a:rPr lang="es-EC" sz="16600" b="1" dirty="0">
                <a:solidFill>
                  <a:srgbClr val="212121"/>
                </a:solidFill>
                <a:latin typeface="Roboto" panose="02000000000000000000" pitchFamily="2" charset="0"/>
              </a:rPr>
              <a:t>Volver al </a:t>
            </a:r>
            <a:r>
              <a:rPr lang="es-EC" sz="16600" b="1" dirty="0">
                <a:solidFill>
                  <a:srgbClr val="212121"/>
                </a:solidFill>
                <a:latin typeface="Abadi Extra Light" panose="020B0204020104020204" pitchFamily="34" charset="0"/>
              </a:rPr>
              <a:t>futuro</a:t>
            </a:r>
            <a:endParaRPr lang="es-EC" sz="16600" b="0" i="0" dirty="0">
              <a:solidFill>
                <a:srgbClr val="212121"/>
              </a:solidFill>
              <a:effectLst/>
              <a:latin typeface="Abadi Extra Light" panose="020B0204020104020204" pitchFamily="34" charset="0"/>
            </a:endParaRPr>
          </a:p>
        </p:txBody>
      </p:sp>
    </p:spTree>
    <p:extLst>
      <p:ext uri="{BB962C8B-B14F-4D97-AF65-F5344CB8AC3E}">
        <p14:creationId xmlns:p14="http://schemas.microsoft.com/office/powerpoint/2010/main" val="23686720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229C5B-0EED-A033-75AB-A21EC9BDF649}"/>
              </a:ext>
            </a:extLst>
          </p:cNvPr>
          <p:cNvSpPr>
            <a:spLocks noGrp="1"/>
          </p:cNvSpPr>
          <p:nvPr>
            <p:ph type="title"/>
          </p:nvPr>
        </p:nvSpPr>
        <p:spPr/>
        <p:txBody>
          <a:bodyPr/>
          <a:lstStyle/>
          <a:p>
            <a:r>
              <a:rPr lang="es-EC" b="1" dirty="0">
                <a:latin typeface="Roboto" panose="02000000000000000000" pitchFamily="2" charset="0"/>
                <a:ea typeface="Roboto" panose="02000000000000000000" pitchFamily="2" charset="0"/>
              </a:rPr>
              <a:t>Volver al futuro</a:t>
            </a:r>
          </a:p>
        </p:txBody>
      </p:sp>
      <p:sp>
        <p:nvSpPr>
          <p:cNvPr id="3" name="Marcador de contenido 2">
            <a:extLst>
              <a:ext uri="{FF2B5EF4-FFF2-40B4-BE49-F238E27FC236}">
                <a16:creationId xmlns:a16="http://schemas.microsoft.com/office/drawing/2014/main" id="{26D6F03D-5AC3-7287-A06F-7A024F6B27AB}"/>
              </a:ext>
            </a:extLst>
          </p:cNvPr>
          <p:cNvSpPr>
            <a:spLocks noGrp="1"/>
          </p:cNvSpPr>
          <p:nvPr>
            <p:ph idx="1"/>
          </p:nvPr>
        </p:nvSpPr>
        <p:spPr/>
        <p:txBody>
          <a:bodyPr>
            <a:normAutofit fontScale="92500" lnSpcReduction="10000"/>
          </a:bodyPr>
          <a:lstStyle/>
          <a:p>
            <a:pPr rtl="0">
              <a:spcBef>
                <a:spcPts val="600"/>
              </a:spcBef>
              <a:spcAft>
                <a:spcPts val="0"/>
              </a:spcAft>
            </a:pPr>
            <a:r>
              <a:rPr lang="es-ES" sz="4800" b="0" i="0" u="none" strike="noStrike" dirty="0">
                <a:solidFill>
                  <a:srgbClr val="212121"/>
                </a:solidFill>
                <a:effectLst/>
                <a:latin typeface="Abadi Extra Light" panose="020B0204020104020204" pitchFamily="34" charset="0"/>
              </a:rPr>
              <a:t>Se ha actualizado el archivo de bicicletas </a:t>
            </a:r>
            <a:r>
              <a:rPr lang="es-ES" sz="4800" b="1" i="0" u="none" strike="noStrike" dirty="0">
                <a:solidFill>
                  <a:schemeClr val="accent6">
                    <a:lumMod val="75000"/>
                  </a:schemeClr>
                </a:solidFill>
                <a:effectLst/>
                <a:latin typeface="Abadi Extra Light" panose="020B0204020104020204" pitchFamily="34" charset="0"/>
              </a:rPr>
              <a:t>para registrar la fecha de cada viaje.</a:t>
            </a:r>
            <a:r>
              <a:rPr lang="es-ES" sz="4800" b="0" i="0" u="none" strike="noStrike" dirty="0">
                <a:solidFill>
                  <a:srgbClr val="212121"/>
                </a:solidFill>
                <a:effectLst/>
                <a:latin typeface="Abadi Extra Light" panose="020B0204020104020204" pitchFamily="34" charset="0"/>
              </a:rPr>
              <a:t> </a:t>
            </a:r>
          </a:p>
          <a:p>
            <a:pPr rtl="0">
              <a:spcBef>
                <a:spcPts val="600"/>
              </a:spcBef>
              <a:spcAft>
                <a:spcPts val="0"/>
              </a:spcAft>
            </a:pPr>
            <a:r>
              <a:rPr lang="es-ES" sz="4800" b="0" i="0" u="none" strike="noStrike" dirty="0">
                <a:solidFill>
                  <a:srgbClr val="212121"/>
                </a:solidFill>
                <a:effectLst/>
                <a:latin typeface="Abadi Extra Light" panose="020B0204020104020204" pitchFamily="34" charset="0"/>
              </a:rPr>
              <a:t>Esta información se almacena en la columna </a:t>
            </a:r>
            <a:r>
              <a:rPr lang="es-ES" sz="4800" b="0" i="0" u="none" strike="noStrike" dirty="0" err="1">
                <a:solidFill>
                  <a:srgbClr val="212121"/>
                </a:solidFill>
                <a:effectLst/>
                <a:latin typeface="Abadi Extra Light" panose="020B0204020104020204" pitchFamily="34" charset="0"/>
              </a:rPr>
              <a:t>ride_date</a:t>
            </a:r>
            <a:r>
              <a:rPr lang="es-ES" sz="4800" b="0" i="0" u="none" strike="noStrike" dirty="0">
                <a:solidFill>
                  <a:srgbClr val="212121"/>
                </a:solidFill>
                <a:effectLst/>
                <a:latin typeface="Abadi Extra Light" panose="020B0204020104020204" pitchFamily="34" charset="0"/>
              </a:rPr>
              <a:t>.</a:t>
            </a:r>
            <a:endParaRPr lang="es-ES" sz="8000" b="0" dirty="0">
              <a:effectLst/>
              <a:latin typeface="Abadi Extra Light" panose="020B0204020104020204" pitchFamily="34" charset="0"/>
            </a:endParaRPr>
          </a:p>
          <a:p>
            <a:pPr rtl="0">
              <a:spcBef>
                <a:spcPts val="0"/>
              </a:spcBef>
              <a:spcAft>
                <a:spcPts val="0"/>
              </a:spcAft>
            </a:pPr>
            <a:r>
              <a:rPr lang="es-ES" sz="4800" b="0" i="0" u="none" strike="noStrike" dirty="0">
                <a:solidFill>
                  <a:srgbClr val="212121"/>
                </a:solidFill>
                <a:effectLst/>
                <a:latin typeface="Abadi Extra Light" panose="020B0204020104020204" pitchFamily="34" charset="0"/>
              </a:rPr>
              <a:t>Se ha descubierto algunos registros como </a:t>
            </a:r>
            <a:r>
              <a:rPr lang="es-ES" sz="5200" b="1" i="0" u="none" strike="noStrike" dirty="0">
                <a:solidFill>
                  <a:schemeClr val="accent6">
                    <a:lumMod val="75000"/>
                  </a:schemeClr>
                </a:solidFill>
                <a:effectLst/>
                <a:latin typeface="Abadi Extra Light" panose="020B0204020104020204" pitchFamily="34" charset="0"/>
              </a:rPr>
              <a:t>realizados el próximo año.</a:t>
            </a:r>
            <a:r>
              <a:rPr lang="es-ES" sz="4800" b="0" i="0" u="none" strike="noStrike" dirty="0">
                <a:solidFill>
                  <a:srgbClr val="212121"/>
                </a:solidFill>
                <a:effectLst/>
                <a:latin typeface="Abadi Extra Light" panose="020B0204020104020204" pitchFamily="34" charset="0"/>
              </a:rPr>
              <a:t> </a:t>
            </a:r>
          </a:p>
          <a:p>
            <a:pPr rtl="0">
              <a:spcBef>
                <a:spcPts val="0"/>
              </a:spcBef>
              <a:spcAft>
                <a:spcPts val="0"/>
              </a:spcAft>
            </a:pPr>
            <a:r>
              <a:rPr lang="es-ES" sz="4800" b="0" i="0" u="none" strike="noStrike" dirty="0">
                <a:solidFill>
                  <a:srgbClr val="212121"/>
                </a:solidFill>
                <a:effectLst/>
                <a:latin typeface="Abadi Extra Light" panose="020B0204020104020204" pitchFamily="34" charset="0"/>
              </a:rPr>
              <a:t>Para solucionarlo, se buscarán todos los registros de la columna </a:t>
            </a:r>
            <a:r>
              <a:rPr lang="es-ES" sz="4800" b="0" i="0" u="none" strike="noStrike" dirty="0" err="1">
                <a:solidFill>
                  <a:srgbClr val="212121"/>
                </a:solidFill>
                <a:effectLst/>
                <a:latin typeface="Abadi Extra Light" panose="020B0204020104020204" pitchFamily="34" charset="0"/>
              </a:rPr>
              <a:t>ride_date</a:t>
            </a:r>
            <a:r>
              <a:rPr lang="es-ES" sz="4800" b="0" i="0" u="none" strike="noStrike" dirty="0">
                <a:solidFill>
                  <a:srgbClr val="212121"/>
                </a:solidFill>
                <a:effectLst/>
                <a:latin typeface="Abadi Extra Light" panose="020B0204020104020204" pitchFamily="34" charset="0"/>
              </a:rPr>
              <a:t> que ocurran en cualquier momento en el futuro, y se establecerá el valor máximo posible de esta columna a la fecha de hoy.</a:t>
            </a:r>
            <a:endParaRPr lang="es-ES" sz="8000" b="0" dirty="0">
              <a:effectLst/>
              <a:latin typeface="Abadi Extra Light" panose="020B0204020104020204" pitchFamily="34" charset="0"/>
            </a:endParaRPr>
          </a:p>
          <a:p>
            <a:pPr rtl="0">
              <a:spcBef>
                <a:spcPts val="0"/>
              </a:spcBef>
              <a:spcAft>
                <a:spcPts val="500"/>
              </a:spcAft>
            </a:pPr>
            <a:r>
              <a:rPr lang="es-ES" sz="4800" b="0" i="0" u="none" strike="noStrike" dirty="0">
                <a:solidFill>
                  <a:srgbClr val="212121"/>
                </a:solidFill>
                <a:effectLst/>
                <a:latin typeface="Abadi Extra Light" panose="020B0204020104020204" pitchFamily="34" charset="0"/>
              </a:rPr>
              <a:t>Antes de hacerlo, deberá convertir </a:t>
            </a:r>
            <a:r>
              <a:rPr lang="es-ES" sz="4800" b="0" i="0" u="none" strike="noStrike" dirty="0" err="1">
                <a:solidFill>
                  <a:srgbClr val="212121"/>
                </a:solidFill>
                <a:effectLst/>
                <a:latin typeface="Abadi Extra Light" panose="020B0204020104020204" pitchFamily="34" charset="0"/>
              </a:rPr>
              <a:t>ride_date</a:t>
            </a:r>
            <a:r>
              <a:rPr lang="es-ES" sz="4800" b="0" i="0" u="none" strike="noStrike" dirty="0">
                <a:solidFill>
                  <a:srgbClr val="212121"/>
                </a:solidFill>
                <a:effectLst/>
                <a:latin typeface="Abadi Extra Light" panose="020B0204020104020204" pitchFamily="34" charset="0"/>
              </a:rPr>
              <a:t> en un objeto </a:t>
            </a:r>
            <a:r>
              <a:rPr lang="es-ES" sz="4800" b="0" i="0" u="none" strike="noStrike" dirty="0" err="1">
                <a:solidFill>
                  <a:srgbClr val="212121"/>
                </a:solidFill>
                <a:effectLst/>
                <a:latin typeface="Abadi Extra Light" panose="020B0204020104020204" pitchFamily="34" charset="0"/>
              </a:rPr>
              <a:t>datetime</a:t>
            </a:r>
            <a:r>
              <a:rPr lang="es-ES" sz="4800" b="0" i="0" u="none" strike="noStrike" dirty="0">
                <a:solidFill>
                  <a:srgbClr val="212121"/>
                </a:solidFill>
                <a:effectLst/>
                <a:latin typeface="Abadi Extra Light" panose="020B0204020104020204" pitchFamily="34" charset="0"/>
              </a:rPr>
              <a:t>.</a:t>
            </a:r>
            <a:endParaRPr lang="es-ES" sz="8000" b="0" dirty="0">
              <a:effectLst/>
              <a:latin typeface="Abadi Extra Light" panose="020B0204020104020204" pitchFamily="34" charset="0"/>
            </a:endParaRPr>
          </a:p>
        </p:txBody>
      </p:sp>
    </p:spTree>
    <p:extLst>
      <p:ext uri="{BB962C8B-B14F-4D97-AF65-F5344CB8AC3E}">
        <p14:creationId xmlns:p14="http://schemas.microsoft.com/office/powerpoint/2010/main" val="14240150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1844925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a:solidFill>
                  <a:srgbClr val="E6E6E6"/>
                </a:solidFill>
                <a:latin typeface="Roboto" panose="02000000000000000000" pitchFamily="2" charset="0"/>
                <a:ea typeface="Roboto" panose="02000000000000000000" pitchFamily="2" charset="0"/>
                <a:cs typeface="Arial" panose="020B0604020202020204" pitchFamily="34" charset="0"/>
              </a:rPr>
              <a:t>Día 7</a:t>
            </a:r>
            <a:endPar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endParaRP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1868587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745728" y="2644846"/>
            <a:ext cx="9220201" cy="3631763"/>
          </a:xfrm>
          <a:prstGeom prst="rect">
            <a:avLst/>
          </a:prstGeom>
          <a:noFill/>
        </p:spPr>
        <p:txBody>
          <a:bodyPr wrap="square">
            <a:spAutoFit/>
          </a:bodyPr>
          <a:lstStyle/>
          <a:p>
            <a:pPr rtl="0">
              <a:spcBef>
                <a:spcPts val="0"/>
              </a:spcBef>
              <a:spcAft>
                <a:spcPts val="0"/>
              </a:spcAft>
            </a:pPr>
            <a:r>
              <a:rPr lang="es-EC" sz="11500" b="1" i="0" u="none" strike="noStrike" dirty="0">
                <a:solidFill>
                  <a:srgbClr val="05192D"/>
                </a:solidFill>
                <a:effectLst/>
                <a:latin typeface="Roboto" panose="02000000000000000000" pitchFamily="2" charset="0"/>
                <a:ea typeface="Roboto" panose="02000000000000000000" pitchFamily="2" charset="0"/>
              </a:rPr>
              <a:t>Restricciones </a:t>
            </a:r>
            <a:r>
              <a:rPr lang="es-EC" sz="11500" b="1" i="0" u="none" strike="noStrike" dirty="0">
                <a:solidFill>
                  <a:srgbClr val="05192D"/>
                </a:solidFill>
                <a:effectLst/>
                <a:latin typeface="Abadi Extra Light" panose="020B0204020104020204" pitchFamily="34" charset="0"/>
                <a:ea typeface="Roboto" panose="02000000000000000000" pitchFamily="2" charset="0"/>
              </a:rPr>
              <a:t>de duplicidad</a:t>
            </a:r>
            <a:endParaRPr lang="es-EC" sz="102800" b="1" dirty="0">
              <a:effectLst/>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2155688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A05218-BB96-42E6-BE98-90770A30BBA8}"/>
              </a:ext>
            </a:extLst>
          </p:cNvPr>
          <p:cNvSpPr>
            <a:spLocks noGrp="1"/>
          </p:cNvSpPr>
          <p:nvPr>
            <p:ph type="title"/>
          </p:nvPr>
        </p:nvSpPr>
        <p:spPr/>
        <p:txBody>
          <a:bodyPr/>
          <a:lstStyle/>
          <a:p>
            <a:r>
              <a:rPr lang="es-EC" b="1" dirty="0">
                <a:latin typeface="Roboto" panose="02000000000000000000" pitchFamily="2" charset="0"/>
                <a:ea typeface="Roboto" panose="02000000000000000000" pitchFamily="2" charset="0"/>
              </a:rPr>
              <a:t>Valores Duplicados</a:t>
            </a:r>
          </a:p>
        </p:txBody>
      </p:sp>
      <p:sp>
        <p:nvSpPr>
          <p:cNvPr id="3" name="Marcador de contenido 2">
            <a:extLst>
              <a:ext uri="{FF2B5EF4-FFF2-40B4-BE49-F238E27FC236}">
                <a16:creationId xmlns:a16="http://schemas.microsoft.com/office/drawing/2014/main" id="{0F3713C1-AA28-0B9F-DCF3-E3F0603C5FDB}"/>
              </a:ext>
            </a:extLst>
          </p:cNvPr>
          <p:cNvSpPr>
            <a:spLocks noGrp="1"/>
          </p:cNvSpPr>
          <p:nvPr>
            <p:ph idx="1"/>
          </p:nvPr>
        </p:nvSpPr>
        <p:spPr>
          <a:xfrm>
            <a:off x="1192689" y="2596022"/>
            <a:ext cx="14962823" cy="6985300"/>
          </a:xfrm>
        </p:spPr>
        <p:txBody>
          <a:bodyPr>
            <a:normAutofit/>
          </a:bodyPr>
          <a:lstStyle/>
          <a:p>
            <a:pPr>
              <a:spcBef>
                <a:spcPts val="0"/>
              </a:spcBef>
            </a:pPr>
            <a:r>
              <a:rPr lang="es-ES" sz="4400" b="1" i="0" u="none" strike="noStrike" dirty="0">
                <a:solidFill>
                  <a:srgbClr val="0070C0"/>
                </a:solidFill>
                <a:effectLst/>
                <a:latin typeface="Abadi Extra Light" panose="020B0204020104020204" pitchFamily="34" charset="0"/>
              </a:rPr>
              <a:t>¿Qué son los </a:t>
            </a:r>
            <a:r>
              <a:rPr lang="es-ES" sz="4800" b="1" i="0" u="none" strike="noStrike" dirty="0">
                <a:solidFill>
                  <a:srgbClr val="0070C0"/>
                </a:solidFill>
                <a:effectLst/>
                <a:latin typeface="Abadi Extra Light" panose="020B0204020104020204" pitchFamily="34" charset="0"/>
              </a:rPr>
              <a:t>valores</a:t>
            </a:r>
            <a:r>
              <a:rPr lang="es-ES" sz="4400" b="1" i="0" u="none" strike="noStrike" dirty="0">
                <a:solidFill>
                  <a:srgbClr val="0070C0"/>
                </a:solidFill>
                <a:effectLst/>
                <a:latin typeface="Abadi Extra Light" panose="020B0204020104020204" pitchFamily="34" charset="0"/>
              </a:rPr>
              <a:t> duplicados?</a:t>
            </a:r>
            <a:endParaRPr lang="es-ES" sz="4400" b="1" dirty="0">
              <a:solidFill>
                <a:srgbClr val="0070C0"/>
              </a:solidFill>
              <a:effectLst/>
              <a:latin typeface="Abadi Extra Light" panose="020B0204020104020204" pitchFamily="34" charset="0"/>
            </a:endParaRPr>
          </a:p>
          <a:p>
            <a:pPr lvl="1">
              <a:spcBef>
                <a:spcPts val="0"/>
              </a:spcBef>
            </a:pPr>
            <a:r>
              <a:rPr lang="es-ES" sz="4000" b="0" i="0" u="none" strike="noStrike" dirty="0">
                <a:solidFill>
                  <a:srgbClr val="05192D"/>
                </a:solidFill>
                <a:effectLst/>
                <a:latin typeface="Abadi Extra Light" panose="020B0204020104020204" pitchFamily="34" charset="0"/>
              </a:rPr>
              <a:t>Los valores duplicados se pueden detectar cuando tenemos </a:t>
            </a:r>
            <a:r>
              <a:rPr lang="es-ES" sz="4000" b="0" i="0" u="none" strike="noStrike" dirty="0">
                <a:solidFill>
                  <a:srgbClr val="00B050"/>
                </a:solidFill>
                <a:effectLst/>
                <a:latin typeface="Abadi Extra Light" panose="020B0204020104020204" pitchFamily="34" charset="0"/>
              </a:rPr>
              <a:t>la misma información repetida en varias filas</a:t>
            </a:r>
            <a:r>
              <a:rPr lang="es-ES" sz="4000" b="0" i="0" u="none" strike="noStrike" dirty="0">
                <a:solidFill>
                  <a:srgbClr val="05192D"/>
                </a:solidFill>
                <a:effectLst/>
                <a:latin typeface="Abadi Extra Light" panose="020B0204020104020204" pitchFamily="34" charset="0"/>
              </a:rPr>
              <a:t>, para algunas o todas las columnas de nuestro </a:t>
            </a:r>
            <a:endParaRPr lang="es-ES" sz="4000" i="0" u="none" strike="noStrike" dirty="0">
              <a:solidFill>
                <a:srgbClr val="05192D"/>
              </a:solidFill>
              <a:latin typeface="Abadi Extra Light" panose="020B0204020104020204" pitchFamily="34" charset="0"/>
            </a:endParaRPr>
          </a:p>
          <a:p>
            <a:pPr>
              <a:spcBef>
                <a:spcPts val="0"/>
              </a:spcBef>
            </a:pPr>
            <a:r>
              <a:rPr lang="es-ES" sz="4800" b="1" i="0" u="none" strike="noStrike" dirty="0">
                <a:solidFill>
                  <a:srgbClr val="0070C0"/>
                </a:solidFill>
                <a:effectLst/>
                <a:latin typeface="Abadi Extra Light" panose="020B0204020104020204" pitchFamily="34" charset="0"/>
              </a:rPr>
              <a:t>¿Por qué se producen?</a:t>
            </a:r>
            <a:endParaRPr lang="es-ES" sz="4800" b="1" dirty="0">
              <a:solidFill>
                <a:srgbClr val="0070C0"/>
              </a:solidFill>
              <a:latin typeface="Abadi Extra Light" panose="020B0204020104020204" pitchFamily="34" charset="0"/>
            </a:endParaRPr>
          </a:p>
          <a:p>
            <a:pPr lvl="1">
              <a:spcBef>
                <a:spcPts val="0"/>
              </a:spcBef>
            </a:pPr>
            <a:r>
              <a:rPr lang="es-ES" sz="4000" b="0" i="0" u="none" strike="noStrike" dirty="0">
                <a:solidFill>
                  <a:srgbClr val="05192D"/>
                </a:solidFill>
                <a:effectLst/>
                <a:latin typeface="Abadi Extra Light" panose="020B0204020104020204" pitchFamily="34" charset="0"/>
              </a:rPr>
              <a:t>Aparte de la </a:t>
            </a:r>
            <a:r>
              <a:rPr lang="es-ES" sz="4000" b="0" i="0" u="none" strike="noStrike" dirty="0">
                <a:solidFill>
                  <a:srgbClr val="00B050"/>
                </a:solidFill>
                <a:effectLst/>
                <a:latin typeface="Abadi Extra Light" panose="020B0204020104020204" pitchFamily="34" charset="0"/>
              </a:rPr>
              <a:t>entrada de datos y de los errores humanos </a:t>
            </a:r>
            <a:r>
              <a:rPr lang="es-ES" sz="4000" b="0" i="0" u="none" strike="noStrike" dirty="0">
                <a:solidFill>
                  <a:srgbClr val="05192D"/>
                </a:solidFill>
                <a:effectLst/>
                <a:latin typeface="Abadi Extra Light" panose="020B0204020104020204" pitchFamily="34" charset="0"/>
              </a:rPr>
              <a:t>los datos duplicados también pueden surgir debido a </a:t>
            </a:r>
            <a:r>
              <a:rPr lang="es-ES" sz="4000" b="0" i="0" u="none" strike="noStrike" dirty="0">
                <a:solidFill>
                  <a:srgbClr val="00B050"/>
                </a:solidFill>
                <a:effectLst/>
                <a:latin typeface="Abadi Extra Light" panose="020B0204020104020204" pitchFamily="34" charset="0"/>
              </a:rPr>
              <a:t>fallos y errores de diseño</a:t>
            </a:r>
            <a:r>
              <a:rPr lang="es-ES" sz="4000" b="0" i="0" u="none" strike="noStrike" dirty="0">
                <a:solidFill>
                  <a:srgbClr val="05192D"/>
                </a:solidFill>
                <a:effectLst/>
                <a:latin typeface="Abadi Extra Light" panose="020B0204020104020204" pitchFamily="34" charset="0"/>
              </a:rPr>
              <a:t>, ya sea en los </a:t>
            </a:r>
            <a:r>
              <a:rPr lang="es-ES" sz="4000" b="0" i="0" u="none" strike="noStrike" dirty="0">
                <a:solidFill>
                  <a:srgbClr val="00B050"/>
                </a:solidFill>
                <a:effectLst/>
                <a:latin typeface="Abadi Extra Light" panose="020B0204020104020204" pitchFamily="34" charset="0"/>
              </a:rPr>
              <a:t>procesos de negocio </a:t>
            </a:r>
            <a:r>
              <a:rPr lang="es-ES" sz="4000" b="0" i="0" u="none" strike="noStrike" dirty="0">
                <a:solidFill>
                  <a:srgbClr val="05192D"/>
                </a:solidFill>
                <a:effectLst/>
                <a:latin typeface="Abadi Extra Light" panose="020B0204020104020204" pitchFamily="34" charset="0"/>
              </a:rPr>
              <a:t>o en el </a:t>
            </a:r>
            <a:r>
              <a:rPr lang="es-ES" sz="4000" b="0" i="0" u="none" strike="noStrike" dirty="0">
                <a:solidFill>
                  <a:srgbClr val="00B050"/>
                </a:solidFill>
                <a:effectLst/>
                <a:latin typeface="Abadi Extra Light" panose="020B0204020104020204" pitchFamily="34" charset="0"/>
              </a:rPr>
              <a:t>pipeline de extracción </a:t>
            </a:r>
            <a:r>
              <a:rPr lang="es-ES" sz="4000" b="0" i="0" u="none" strike="noStrike" dirty="0">
                <a:solidFill>
                  <a:srgbClr val="05192D"/>
                </a:solidFill>
                <a:effectLst/>
                <a:latin typeface="Abadi Extra Light" panose="020B0204020104020204" pitchFamily="34" charset="0"/>
              </a:rPr>
              <a:t>de datos.</a:t>
            </a:r>
          </a:p>
          <a:p>
            <a:pPr lvl="1">
              <a:spcBef>
                <a:spcPts val="0"/>
              </a:spcBef>
            </a:pPr>
            <a:r>
              <a:rPr lang="es-ES" sz="4000" b="1" dirty="0">
                <a:solidFill>
                  <a:srgbClr val="05192D"/>
                </a:solidFill>
                <a:latin typeface="Abadi Extra Light" panose="020B0204020104020204" pitchFamily="34" charset="0"/>
              </a:rPr>
              <a:t>A menudo surge la necesidad necesario de unir y consolidar datos de varios recursos, que podrían conservar valores duplicados.</a:t>
            </a:r>
            <a:endParaRPr lang="es-EC" sz="8800" b="1" dirty="0">
              <a:latin typeface="Abadi Extra Light" panose="020B0204020104020204" pitchFamily="34" charset="0"/>
            </a:endParaRPr>
          </a:p>
        </p:txBody>
      </p:sp>
    </p:spTree>
    <p:extLst>
      <p:ext uri="{BB962C8B-B14F-4D97-AF65-F5344CB8AC3E}">
        <p14:creationId xmlns:p14="http://schemas.microsoft.com/office/powerpoint/2010/main" val="8127431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A05218-BB96-42E6-BE98-90770A30BBA8}"/>
              </a:ext>
            </a:extLst>
          </p:cNvPr>
          <p:cNvSpPr>
            <a:spLocks noGrp="1"/>
          </p:cNvSpPr>
          <p:nvPr>
            <p:ph type="title"/>
          </p:nvPr>
        </p:nvSpPr>
        <p:spPr/>
        <p:txBody>
          <a:bodyPr/>
          <a:lstStyle/>
          <a:p>
            <a:r>
              <a:rPr lang="es-EC" b="1" dirty="0">
                <a:latin typeface="Roboto" panose="02000000000000000000" pitchFamily="2" charset="0"/>
                <a:ea typeface="Roboto" panose="02000000000000000000" pitchFamily="2" charset="0"/>
              </a:rPr>
              <a:t>Valores Duplicados</a:t>
            </a:r>
          </a:p>
        </p:txBody>
      </p:sp>
      <p:sp>
        <p:nvSpPr>
          <p:cNvPr id="3" name="Marcador de contenido 2">
            <a:extLst>
              <a:ext uri="{FF2B5EF4-FFF2-40B4-BE49-F238E27FC236}">
                <a16:creationId xmlns:a16="http://schemas.microsoft.com/office/drawing/2014/main" id="{0F3713C1-AA28-0B9F-DCF3-E3F0603C5FDB}"/>
              </a:ext>
            </a:extLst>
          </p:cNvPr>
          <p:cNvSpPr>
            <a:spLocks noGrp="1"/>
          </p:cNvSpPr>
          <p:nvPr>
            <p:ph idx="1"/>
          </p:nvPr>
        </p:nvSpPr>
        <p:spPr>
          <a:xfrm>
            <a:off x="1192689" y="2404143"/>
            <a:ext cx="14962823" cy="6985300"/>
          </a:xfrm>
        </p:spPr>
        <p:txBody>
          <a:bodyPr>
            <a:normAutofit/>
          </a:bodyPr>
          <a:lstStyle/>
          <a:p>
            <a:pPr rtl="0">
              <a:spcBef>
                <a:spcPts val="0"/>
              </a:spcBef>
              <a:spcAft>
                <a:spcPts val="0"/>
              </a:spcAft>
            </a:pPr>
            <a:r>
              <a:rPr lang="es-ES" sz="4400" b="1" i="0" u="none" strike="noStrike" dirty="0">
                <a:solidFill>
                  <a:srgbClr val="0070C0"/>
                </a:solidFill>
                <a:effectLst/>
                <a:latin typeface="Abadi Extra Light" panose="020B0204020104020204" pitchFamily="34" charset="0"/>
              </a:rPr>
              <a:t>¿Cómo encontrar valores duplicados?</a:t>
            </a:r>
            <a:endParaRPr lang="es-ES" sz="4800" b="1" dirty="0">
              <a:solidFill>
                <a:srgbClr val="0070C0"/>
              </a:solidFill>
              <a:effectLst/>
              <a:latin typeface="Abadi Extra Light" panose="020B0204020104020204" pitchFamily="34" charset="0"/>
            </a:endParaRPr>
          </a:p>
          <a:p>
            <a:pPr lvl="1">
              <a:spcBef>
                <a:spcPts val="0"/>
              </a:spcBef>
            </a:pPr>
            <a:r>
              <a:rPr lang="es-ES" sz="3600" b="0" i="0" u="none" strike="noStrike" dirty="0">
                <a:solidFill>
                  <a:srgbClr val="05192D"/>
                </a:solidFill>
                <a:effectLst/>
                <a:latin typeface="Abadi Extra Light" panose="020B0204020104020204" pitchFamily="34" charset="0"/>
              </a:rPr>
              <a:t>Podemos encontrar duplicados en un </a:t>
            </a:r>
            <a:r>
              <a:rPr lang="es-ES" sz="3600" b="0" i="0" u="none" strike="noStrike" dirty="0" err="1">
                <a:solidFill>
                  <a:srgbClr val="05192D"/>
                </a:solidFill>
                <a:effectLst/>
                <a:latin typeface="Abadi Extra Light" panose="020B0204020104020204" pitchFamily="34" charset="0"/>
              </a:rPr>
              <a:t>DataFrame</a:t>
            </a:r>
            <a:r>
              <a:rPr lang="es-ES" sz="3600" b="0" i="0" u="none" strike="noStrike" dirty="0">
                <a:solidFill>
                  <a:srgbClr val="05192D"/>
                </a:solidFill>
                <a:effectLst/>
                <a:latin typeface="Abadi Extra Light" panose="020B0204020104020204" pitchFamily="34" charset="0"/>
              </a:rPr>
              <a:t> usando la función </a:t>
            </a:r>
            <a:r>
              <a:rPr lang="es-ES" sz="3600" b="1" i="0" u="none" strike="noStrike" dirty="0" err="1">
                <a:solidFill>
                  <a:srgbClr val="FF0000"/>
                </a:solidFill>
                <a:effectLst/>
                <a:latin typeface="Abadi Extra Light" panose="020B0204020104020204" pitchFamily="34" charset="0"/>
              </a:rPr>
              <a:t>duplicated</a:t>
            </a:r>
            <a:r>
              <a:rPr lang="es-ES" sz="3600" b="1" i="0" u="none" strike="noStrike" dirty="0">
                <a:solidFill>
                  <a:srgbClr val="FF0000"/>
                </a:solidFill>
                <a:effectLst/>
                <a:latin typeface="Abadi Extra Light" panose="020B0204020104020204" pitchFamily="34" charset="0"/>
              </a:rPr>
              <a:t>()</a:t>
            </a:r>
            <a:endParaRPr lang="es-ES" sz="4000" b="1" dirty="0">
              <a:solidFill>
                <a:srgbClr val="FF0000"/>
              </a:solidFill>
              <a:latin typeface="Abadi Extra Light" panose="020B0204020104020204" pitchFamily="34" charset="0"/>
            </a:endParaRPr>
          </a:p>
          <a:p>
            <a:pPr lvl="1">
              <a:spcBef>
                <a:spcPts val="0"/>
              </a:spcBef>
            </a:pPr>
            <a:r>
              <a:rPr lang="es-ES" sz="3600" b="0" i="0" u="none" strike="noStrike" dirty="0">
                <a:solidFill>
                  <a:srgbClr val="05192D"/>
                </a:solidFill>
                <a:effectLst/>
                <a:latin typeface="Abadi Extra Light" panose="020B0204020104020204" pitchFamily="34" charset="0"/>
              </a:rPr>
              <a:t>Para calibrar adecuadamente cómo vamos a encontrar duplicados, utilizaremos 2 argumentos de la función </a:t>
            </a:r>
            <a:r>
              <a:rPr lang="es-ES" sz="3600" b="0" i="0" u="none" strike="noStrike" dirty="0" err="1">
                <a:solidFill>
                  <a:srgbClr val="05192D"/>
                </a:solidFill>
                <a:effectLst/>
                <a:latin typeface="Abadi Extra Light" panose="020B0204020104020204" pitchFamily="34" charset="0"/>
              </a:rPr>
              <a:t>duplicated</a:t>
            </a:r>
            <a:r>
              <a:rPr lang="es-ES" sz="3600" b="0" i="0" u="none" strike="noStrike" dirty="0">
                <a:solidFill>
                  <a:srgbClr val="05192D"/>
                </a:solidFill>
                <a:effectLst/>
                <a:latin typeface="Abadi Extra Light" panose="020B0204020104020204" pitchFamily="34" charset="0"/>
              </a:rPr>
              <a:t>(), el argumento </a:t>
            </a:r>
            <a:r>
              <a:rPr lang="es-ES" sz="3600" b="1" i="0" u="none" strike="noStrike" dirty="0" err="1">
                <a:solidFill>
                  <a:srgbClr val="05192D"/>
                </a:solidFill>
                <a:effectLst/>
                <a:latin typeface="Abadi Extra Light" panose="020B0204020104020204" pitchFamily="34" charset="0"/>
              </a:rPr>
              <a:t>subset</a:t>
            </a:r>
            <a:r>
              <a:rPr lang="es-ES" sz="3600" b="1" i="0" u="none" strike="noStrike" dirty="0">
                <a:solidFill>
                  <a:srgbClr val="05192D"/>
                </a:solidFill>
                <a:effectLst/>
                <a:latin typeface="Abadi Extra Light" panose="020B0204020104020204" pitchFamily="34" charset="0"/>
              </a:rPr>
              <a:t> y </a:t>
            </a:r>
            <a:r>
              <a:rPr lang="es-ES" sz="3600" b="1" i="0" u="none" strike="noStrike" dirty="0" err="1">
                <a:solidFill>
                  <a:srgbClr val="05192D"/>
                </a:solidFill>
                <a:effectLst/>
                <a:latin typeface="Abadi Extra Light" panose="020B0204020104020204" pitchFamily="34" charset="0"/>
              </a:rPr>
              <a:t>keep</a:t>
            </a:r>
            <a:endParaRPr lang="es-ES" sz="4000" b="1" dirty="0">
              <a:latin typeface="Abadi Extra Light" panose="020B0204020104020204" pitchFamily="34" charset="0"/>
            </a:endParaRPr>
          </a:p>
          <a:p>
            <a:pPr>
              <a:spcBef>
                <a:spcPts val="0"/>
              </a:spcBef>
            </a:pPr>
            <a:r>
              <a:rPr lang="es-ES" sz="4400" b="1" dirty="0">
                <a:solidFill>
                  <a:srgbClr val="0070C0"/>
                </a:solidFill>
                <a:latin typeface="Abadi Extra Light" panose="020B0204020104020204" pitchFamily="34" charset="0"/>
              </a:rPr>
              <a:t>¿Cómo tratar los valores duplicados?</a:t>
            </a:r>
          </a:p>
          <a:p>
            <a:pPr lvl="1">
              <a:spcBef>
                <a:spcPts val="0"/>
              </a:spcBef>
            </a:pPr>
            <a:r>
              <a:rPr lang="es-ES" sz="3600" b="0" i="0" u="none" strike="noStrike" dirty="0">
                <a:solidFill>
                  <a:srgbClr val="05192D"/>
                </a:solidFill>
                <a:effectLst/>
                <a:latin typeface="Abadi Extra Light" panose="020B0204020104020204" pitchFamily="34" charset="0"/>
              </a:rPr>
              <a:t>Los duplicados completos se pueden tratar fácilmente. Todo lo que se requiere es mantener uno de ellos solamente y descartar los otros.</a:t>
            </a:r>
            <a:endParaRPr lang="es-ES" sz="4000" dirty="0">
              <a:latin typeface="Abadi Extra Light" panose="020B0204020104020204" pitchFamily="34" charset="0"/>
            </a:endParaRPr>
          </a:p>
          <a:p>
            <a:pPr lvl="1">
              <a:spcBef>
                <a:spcPts val="0"/>
              </a:spcBef>
            </a:pPr>
            <a:r>
              <a:rPr lang="es-ES" sz="3600" b="0" i="0" u="none" strike="noStrike" dirty="0">
                <a:solidFill>
                  <a:srgbClr val="05192D"/>
                </a:solidFill>
                <a:effectLst/>
                <a:latin typeface="Abadi Extra Light" panose="020B0204020104020204" pitchFamily="34" charset="0"/>
              </a:rPr>
              <a:t>Esto se puede hacer con la función </a:t>
            </a:r>
            <a:r>
              <a:rPr lang="es-ES" sz="3600" b="1" i="0" u="none" strike="noStrike" dirty="0">
                <a:solidFill>
                  <a:srgbClr val="FF0000"/>
                </a:solidFill>
                <a:effectLst/>
                <a:latin typeface="Abadi Extra Light" panose="020B0204020104020204" pitchFamily="34" charset="0"/>
              </a:rPr>
              <a:t>.</a:t>
            </a:r>
            <a:r>
              <a:rPr lang="es-ES" sz="3600" b="1" i="0" u="none" strike="noStrike" dirty="0" err="1">
                <a:solidFill>
                  <a:srgbClr val="FF0000"/>
                </a:solidFill>
                <a:effectLst/>
                <a:latin typeface="Abadi Extra Light" panose="020B0204020104020204" pitchFamily="34" charset="0"/>
              </a:rPr>
              <a:t>drop_duplicates</a:t>
            </a:r>
            <a:r>
              <a:rPr lang="es-ES" sz="3600" b="1" i="0" u="none" strike="noStrike" dirty="0">
                <a:solidFill>
                  <a:srgbClr val="FF0000"/>
                </a:solidFill>
                <a:effectLst/>
                <a:latin typeface="Abadi Extra Light" panose="020B0204020104020204" pitchFamily="34" charset="0"/>
              </a:rPr>
              <a:t>()</a:t>
            </a:r>
            <a:r>
              <a:rPr lang="es-ES" sz="3600" b="0" i="0" u="none" strike="noStrike" dirty="0">
                <a:solidFill>
                  <a:srgbClr val="05192D"/>
                </a:solidFill>
                <a:effectLst/>
                <a:latin typeface="Abadi Extra Light" panose="020B0204020104020204" pitchFamily="34" charset="0"/>
              </a:rPr>
              <a:t>, que también toma los mismos argumentos de </a:t>
            </a:r>
            <a:r>
              <a:rPr lang="es-ES" sz="3600" b="1" i="0" u="none" strike="noStrike" dirty="0" err="1">
                <a:solidFill>
                  <a:srgbClr val="05192D"/>
                </a:solidFill>
                <a:effectLst/>
                <a:latin typeface="Abadi Extra Light" panose="020B0204020104020204" pitchFamily="34" charset="0"/>
              </a:rPr>
              <a:t>subset</a:t>
            </a:r>
            <a:r>
              <a:rPr lang="es-ES" sz="3600" b="0" i="0" u="none" strike="noStrike" dirty="0">
                <a:solidFill>
                  <a:srgbClr val="05192D"/>
                </a:solidFill>
                <a:effectLst/>
                <a:latin typeface="Abadi Extra Light" panose="020B0204020104020204" pitchFamily="34" charset="0"/>
              </a:rPr>
              <a:t> y </a:t>
            </a:r>
            <a:r>
              <a:rPr lang="es-ES" sz="3600" b="1" i="0" u="none" strike="noStrike" dirty="0" err="1">
                <a:solidFill>
                  <a:srgbClr val="05192D"/>
                </a:solidFill>
                <a:effectLst/>
                <a:latin typeface="Abadi Extra Light" panose="020B0204020104020204" pitchFamily="34" charset="0"/>
              </a:rPr>
              <a:t>keep</a:t>
            </a:r>
            <a:r>
              <a:rPr lang="es-ES" sz="3600" b="0" i="0" u="none" strike="noStrike" dirty="0">
                <a:solidFill>
                  <a:srgbClr val="05192D"/>
                </a:solidFill>
                <a:effectLst/>
                <a:latin typeface="Abadi Extra Light" panose="020B0204020104020204" pitchFamily="34" charset="0"/>
              </a:rPr>
              <a:t> que en el método .</a:t>
            </a:r>
            <a:r>
              <a:rPr lang="es-ES" sz="3600" b="0" i="0" u="none" strike="noStrike" dirty="0" err="1">
                <a:solidFill>
                  <a:srgbClr val="05192D"/>
                </a:solidFill>
                <a:effectLst/>
                <a:latin typeface="Abadi Extra Light" panose="020B0204020104020204" pitchFamily="34" charset="0"/>
              </a:rPr>
              <a:t>duplicated</a:t>
            </a:r>
            <a:r>
              <a:rPr lang="es-ES" sz="3600" b="0" i="0" u="none" strike="noStrike" dirty="0">
                <a:solidFill>
                  <a:srgbClr val="05192D"/>
                </a:solidFill>
                <a:effectLst/>
                <a:latin typeface="Abadi Extra Light" panose="020B0204020104020204" pitchFamily="34" charset="0"/>
              </a:rPr>
              <a:t>(), así como el argumento </a:t>
            </a:r>
            <a:r>
              <a:rPr lang="es-ES" sz="3600" b="1" i="0" u="none" strike="noStrike" dirty="0" err="1">
                <a:solidFill>
                  <a:srgbClr val="05192D"/>
                </a:solidFill>
                <a:effectLst/>
                <a:latin typeface="Abadi Extra Light" panose="020B0204020104020204" pitchFamily="34" charset="0"/>
              </a:rPr>
              <a:t>inplace</a:t>
            </a:r>
            <a:r>
              <a:rPr lang="es-ES" sz="3600" b="0" i="0" u="none" strike="noStrike" dirty="0">
                <a:solidFill>
                  <a:srgbClr val="05192D"/>
                </a:solidFill>
                <a:effectLst/>
                <a:latin typeface="Abadi Extra Light" panose="020B0204020104020204" pitchFamily="34" charset="0"/>
              </a:rPr>
              <a:t> que aplica los cambios directamente en el </a:t>
            </a:r>
            <a:r>
              <a:rPr lang="es-ES" sz="3600" b="0" i="0" u="none" strike="noStrike" dirty="0" err="1">
                <a:solidFill>
                  <a:srgbClr val="05192D"/>
                </a:solidFill>
                <a:effectLst/>
                <a:latin typeface="Abadi Extra Light" panose="020B0204020104020204" pitchFamily="34" charset="0"/>
              </a:rPr>
              <a:t>dataframe</a:t>
            </a:r>
            <a:r>
              <a:rPr lang="es-ES" sz="3600" b="0" i="0" u="none" strike="noStrike" dirty="0">
                <a:solidFill>
                  <a:srgbClr val="05192D"/>
                </a:solidFill>
                <a:effectLst/>
                <a:latin typeface="Abadi Extra Light" panose="020B0204020104020204" pitchFamily="34" charset="0"/>
              </a:rPr>
              <a:t>.</a:t>
            </a:r>
            <a:endParaRPr lang="es-ES" sz="4000" b="0" dirty="0">
              <a:effectLst/>
              <a:latin typeface="Abadi Extra Light" panose="020B0204020104020204" pitchFamily="34" charset="0"/>
            </a:endParaRPr>
          </a:p>
        </p:txBody>
      </p:sp>
    </p:spTree>
    <p:extLst>
      <p:ext uri="{BB962C8B-B14F-4D97-AF65-F5344CB8AC3E}">
        <p14:creationId xmlns:p14="http://schemas.microsoft.com/office/powerpoint/2010/main" val="5451201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10599405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rPr>
              <a:t>Día 8</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30347802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745728" y="2644846"/>
            <a:ext cx="9220201" cy="3631763"/>
          </a:xfrm>
          <a:prstGeom prst="rect">
            <a:avLst/>
          </a:prstGeom>
          <a:noFill/>
        </p:spPr>
        <p:txBody>
          <a:bodyPr wrap="square">
            <a:spAutoFit/>
          </a:bodyPr>
          <a:lstStyle/>
          <a:p>
            <a:pPr rtl="0">
              <a:spcBef>
                <a:spcPts val="0"/>
              </a:spcBef>
              <a:spcAft>
                <a:spcPts val="0"/>
              </a:spcAft>
            </a:pPr>
            <a:r>
              <a:rPr lang="es-EC" sz="11500" b="1" i="0" u="none" strike="noStrike" dirty="0">
                <a:solidFill>
                  <a:srgbClr val="05192D"/>
                </a:solidFill>
                <a:effectLst/>
                <a:latin typeface="Roboto" panose="02000000000000000000" pitchFamily="2" charset="0"/>
                <a:ea typeface="Roboto" panose="02000000000000000000" pitchFamily="2" charset="0"/>
              </a:rPr>
              <a:t>Variables </a:t>
            </a:r>
            <a:r>
              <a:rPr lang="es-EC" sz="11500" b="1" i="0" u="none" strike="noStrike" dirty="0">
                <a:solidFill>
                  <a:srgbClr val="05192D"/>
                </a:solidFill>
                <a:effectLst/>
                <a:latin typeface="Abadi Extra Light" panose="020B0204020104020204" pitchFamily="34" charset="0"/>
                <a:ea typeface="Roboto" panose="02000000000000000000" pitchFamily="2" charset="0"/>
              </a:rPr>
              <a:t>categóricas</a:t>
            </a:r>
            <a:endParaRPr lang="es-EC" sz="102800" b="1" dirty="0">
              <a:effectLst/>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451547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DDC735-042A-F980-4DCF-0282B580DE07}"/>
              </a:ext>
            </a:extLst>
          </p:cNvPr>
          <p:cNvSpPr>
            <a:spLocks noGrp="1"/>
          </p:cNvSpPr>
          <p:nvPr>
            <p:ph type="title"/>
          </p:nvPr>
        </p:nvSpPr>
        <p:spPr/>
        <p:txBody>
          <a:bodyPr>
            <a:normAutofit/>
          </a:bodyPr>
          <a:lstStyle/>
          <a:p>
            <a:r>
              <a:rPr lang="es-EC" sz="6600" b="1" dirty="0">
                <a:latin typeface="Roboto" panose="02000000000000000000" pitchFamily="2" charset="0"/>
                <a:ea typeface="Roboto" panose="02000000000000000000" pitchFamily="2" charset="0"/>
              </a:rPr>
              <a:t>Variables Categóricas</a:t>
            </a:r>
          </a:p>
        </p:txBody>
      </p:sp>
      <p:sp>
        <p:nvSpPr>
          <p:cNvPr id="3" name="Marcador de contenido 2">
            <a:extLst>
              <a:ext uri="{FF2B5EF4-FFF2-40B4-BE49-F238E27FC236}">
                <a16:creationId xmlns:a16="http://schemas.microsoft.com/office/drawing/2014/main" id="{1D82C1FC-1FD1-8EEE-437B-4E3CC078F026}"/>
              </a:ext>
            </a:extLst>
          </p:cNvPr>
          <p:cNvSpPr>
            <a:spLocks noGrp="1"/>
          </p:cNvSpPr>
          <p:nvPr>
            <p:ph idx="1"/>
          </p:nvPr>
        </p:nvSpPr>
        <p:spPr>
          <a:xfrm>
            <a:off x="1192688" y="2404143"/>
            <a:ext cx="14962823" cy="7343109"/>
          </a:xfrm>
        </p:spPr>
        <p:txBody>
          <a:bodyPr>
            <a:normAutofit lnSpcReduction="10000"/>
          </a:bodyPr>
          <a:lstStyle/>
          <a:p>
            <a:pPr rtl="0">
              <a:spcBef>
                <a:spcPts val="0"/>
              </a:spcBef>
              <a:spcAft>
                <a:spcPts val="0"/>
              </a:spcAft>
            </a:pPr>
            <a:r>
              <a:rPr lang="es-ES" sz="5400" b="0" i="0" u="none" strike="noStrike" dirty="0">
                <a:solidFill>
                  <a:srgbClr val="05192D"/>
                </a:solidFill>
                <a:effectLst/>
                <a:latin typeface="Abadi Extra Light" panose="020B0204020104020204" pitchFamily="34" charset="0"/>
              </a:rPr>
              <a:t>Los datos categóricos son variables que representan </a:t>
            </a:r>
            <a:r>
              <a:rPr lang="es-ES" sz="5400" b="1" i="0" u="none" strike="noStrike" dirty="0">
                <a:solidFill>
                  <a:srgbClr val="FF0000"/>
                </a:solidFill>
                <a:effectLst/>
                <a:latin typeface="Abadi Extra Light" panose="020B0204020104020204" pitchFamily="34" charset="0"/>
              </a:rPr>
              <a:t>un conjunto finito de categorías</a:t>
            </a:r>
            <a:r>
              <a:rPr lang="es-ES" sz="5400" b="0" i="0" u="none" strike="noStrike" dirty="0">
                <a:solidFill>
                  <a:srgbClr val="05192D"/>
                </a:solidFill>
                <a:effectLst/>
                <a:latin typeface="Abadi Extra Light" panose="020B0204020104020204" pitchFamily="34" charset="0"/>
              </a:rPr>
              <a:t>. </a:t>
            </a:r>
          </a:p>
          <a:p>
            <a:pPr rtl="0">
              <a:spcBef>
                <a:spcPts val="0"/>
              </a:spcBef>
              <a:spcAft>
                <a:spcPts val="0"/>
              </a:spcAft>
            </a:pPr>
            <a:r>
              <a:rPr lang="es-ES" sz="5400" b="0" i="0" u="none" strike="noStrike" dirty="0">
                <a:solidFill>
                  <a:srgbClr val="05192D"/>
                </a:solidFill>
                <a:effectLst/>
                <a:latin typeface="Abadi Extra Light" panose="020B0204020104020204" pitchFamily="34" charset="0"/>
              </a:rPr>
              <a:t>Ejemplos de ello son el estado civil, nivel socio económico, el estado de los préstamos y otros. </a:t>
            </a:r>
            <a:endParaRPr lang="es-ES" sz="8800" b="0" dirty="0">
              <a:effectLst/>
              <a:latin typeface="Abadi Extra Light" panose="020B0204020104020204" pitchFamily="34" charset="0"/>
            </a:endParaRPr>
          </a:p>
          <a:p>
            <a:pPr rtl="0">
              <a:spcBef>
                <a:spcPts val="0"/>
              </a:spcBef>
              <a:spcAft>
                <a:spcPts val="0"/>
              </a:spcAft>
            </a:pPr>
            <a:r>
              <a:rPr lang="es-ES" sz="5400" b="0" i="0" u="none" strike="noStrike" dirty="0">
                <a:solidFill>
                  <a:srgbClr val="05192D"/>
                </a:solidFill>
                <a:effectLst/>
                <a:latin typeface="Abadi Extra Light" panose="020B0204020104020204" pitchFamily="34" charset="0"/>
              </a:rPr>
              <a:t>Para ejecutar </a:t>
            </a:r>
            <a:r>
              <a:rPr lang="es-ES" sz="5400" b="1" i="0" u="none" strike="noStrike" dirty="0">
                <a:solidFill>
                  <a:srgbClr val="FF0000"/>
                </a:solidFill>
                <a:effectLst/>
                <a:latin typeface="Abadi Extra Light" panose="020B0204020104020204" pitchFamily="34" charset="0"/>
              </a:rPr>
              <a:t>modelos de aprendizaje automático </a:t>
            </a:r>
            <a:r>
              <a:rPr lang="es-ES" sz="5400" b="0" i="0" u="none" strike="noStrike" dirty="0">
                <a:solidFill>
                  <a:srgbClr val="05192D"/>
                </a:solidFill>
                <a:effectLst/>
                <a:latin typeface="Abadi Extra Light" panose="020B0204020104020204" pitchFamily="34" charset="0"/>
              </a:rPr>
              <a:t>en datos categóricos, a menudo se codifican como números. </a:t>
            </a:r>
          </a:p>
          <a:p>
            <a:pPr rtl="0">
              <a:spcBef>
                <a:spcPts val="0"/>
              </a:spcBef>
              <a:spcAft>
                <a:spcPts val="0"/>
              </a:spcAft>
            </a:pPr>
            <a:r>
              <a:rPr lang="es-ES" sz="5400" b="0" i="0" u="none" strike="noStrike" dirty="0">
                <a:solidFill>
                  <a:srgbClr val="05192D"/>
                </a:solidFill>
                <a:effectLst/>
                <a:latin typeface="Abadi Extra Light" panose="020B0204020104020204" pitchFamily="34" charset="0"/>
              </a:rPr>
              <a:t>Como los datos categóricos representan un conjunto predefinido de categorías, no pueden tener valores que vayan más allá de números</a:t>
            </a:r>
            <a:endParaRPr lang="es-ES" sz="8800" b="0" dirty="0">
              <a:effectLst/>
              <a:latin typeface="Abadi Extra Light" panose="020B0204020104020204" pitchFamily="34" charset="0"/>
            </a:endParaRPr>
          </a:p>
        </p:txBody>
      </p:sp>
    </p:spTree>
    <p:extLst>
      <p:ext uri="{BB962C8B-B14F-4D97-AF65-F5344CB8AC3E}">
        <p14:creationId xmlns:p14="http://schemas.microsoft.com/office/powerpoint/2010/main" val="25839332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DDC735-042A-F980-4DCF-0282B580DE07}"/>
              </a:ext>
            </a:extLst>
          </p:cNvPr>
          <p:cNvSpPr>
            <a:spLocks noGrp="1"/>
          </p:cNvSpPr>
          <p:nvPr>
            <p:ph type="title"/>
          </p:nvPr>
        </p:nvSpPr>
        <p:spPr/>
        <p:txBody>
          <a:bodyPr>
            <a:normAutofit/>
          </a:bodyPr>
          <a:lstStyle/>
          <a:p>
            <a:r>
              <a:rPr lang="es-EC" sz="6600" b="1" dirty="0">
                <a:latin typeface="Roboto" panose="02000000000000000000" pitchFamily="2" charset="0"/>
                <a:ea typeface="Roboto" panose="02000000000000000000" pitchFamily="2" charset="0"/>
              </a:rPr>
              <a:t>Variables Categóricas</a:t>
            </a:r>
          </a:p>
        </p:txBody>
      </p:sp>
      <p:sp>
        <p:nvSpPr>
          <p:cNvPr id="3" name="Marcador de contenido 2">
            <a:extLst>
              <a:ext uri="{FF2B5EF4-FFF2-40B4-BE49-F238E27FC236}">
                <a16:creationId xmlns:a16="http://schemas.microsoft.com/office/drawing/2014/main" id="{1D82C1FC-1FD1-8EEE-437B-4E3CC078F026}"/>
              </a:ext>
            </a:extLst>
          </p:cNvPr>
          <p:cNvSpPr>
            <a:spLocks noGrp="1"/>
          </p:cNvSpPr>
          <p:nvPr>
            <p:ph idx="1"/>
          </p:nvPr>
        </p:nvSpPr>
        <p:spPr>
          <a:xfrm>
            <a:off x="1192688" y="2404143"/>
            <a:ext cx="14962823" cy="7347870"/>
          </a:xfrm>
        </p:spPr>
        <p:txBody>
          <a:bodyPr>
            <a:normAutofit/>
          </a:bodyPr>
          <a:lstStyle/>
          <a:p>
            <a:pPr marL="0" indent="0" rtl="0">
              <a:spcBef>
                <a:spcPts val="0"/>
              </a:spcBef>
              <a:spcAft>
                <a:spcPts val="0"/>
              </a:spcAft>
              <a:buNone/>
            </a:pPr>
            <a:r>
              <a:rPr lang="es-ES" sz="5400" b="1" i="0" u="none" strike="noStrike" dirty="0">
                <a:solidFill>
                  <a:srgbClr val="05192D"/>
                </a:solidFill>
                <a:effectLst/>
                <a:latin typeface="Roboto" panose="02000000000000000000" pitchFamily="2" charset="0"/>
                <a:ea typeface="Roboto" panose="02000000000000000000" pitchFamily="2" charset="0"/>
              </a:rPr>
              <a:t>¿Por qué podemos tener estos problemas?</a:t>
            </a:r>
            <a:endParaRPr lang="es-ES" sz="7200" b="1" dirty="0">
              <a:effectLst/>
              <a:latin typeface="Roboto" panose="02000000000000000000" pitchFamily="2" charset="0"/>
              <a:ea typeface="Roboto" panose="02000000000000000000" pitchFamily="2" charset="0"/>
            </a:endParaRPr>
          </a:p>
          <a:p>
            <a:pPr rtl="0">
              <a:spcBef>
                <a:spcPts val="0"/>
              </a:spcBef>
              <a:spcAft>
                <a:spcPts val="0"/>
              </a:spcAft>
            </a:pPr>
            <a:r>
              <a:rPr lang="es-ES" sz="5400" b="0" i="0" u="none" strike="noStrike" dirty="0">
                <a:solidFill>
                  <a:srgbClr val="05192D"/>
                </a:solidFill>
                <a:effectLst/>
                <a:latin typeface="Abadi Extra Light" panose="020B0204020104020204" pitchFamily="34" charset="0"/>
              </a:rPr>
              <a:t>Podemos tener incoherencias en nuestros datos categóricos por diversas razones. </a:t>
            </a:r>
            <a:endParaRPr lang="es-ES" sz="7200" b="0" dirty="0">
              <a:effectLst/>
              <a:latin typeface="Abadi Extra Light" panose="020B0204020104020204" pitchFamily="34" charset="0"/>
            </a:endParaRPr>
          </a:p>
          <a:p>
            <a:pPr rtl="0">
              <a:spcBef>
                <a:spcPts val="0"/>
              </a:spcBef>
              <a:spcAft>
                <a:spcPts val="0"/>
              </a:spcAft>
            </a:pPr>
            <a:r>
              <a:rPr lang="es-ES" sz="5400" b="0" i="0" u="none" strike="noStrike" dirty="0">
                <a:solidFill>
                  <a:srgbClr val="05192D"/>
                </a:solidFill>
                <a:effectLst/>
                <a:latin typeface="Abadi Extra Light" panose="020B0204020104020204" pitchFamily="34" charset="0"/>
              </a:rPr>
              <a:t>Por </a:t>
            </a:r>
            <a:r>
              <a:rPr lang="es-ES" sz="5400" dirty="0">
                <a:solidFill>
                  <a:srgbClr val="05192D"/>
                </a:solidFill>
                <a:latin typeface="Abadi Extra Light" panose="020B0204020104020204" pitchFamily="34" charset="0"/>
              </a:rPr>
              <a:t>ejemplo </a:t>
            </a:r>
            <a:r>
              <a:rPr lang="es-ES" sz="5400" b="0" i="0" u="none" strike="noStrike" dirty="0">
                <a:solidFill>
                  <a:srgbClr val="05192D"/>
                </a:solidFill>
                <a:effectLst/>
                <a:latin typeface="Abadi Extra Light" panose="020B0204020104020204" pitchFamily="34" charset="0"/>
              </a:rPr>
              <a:t>problemas de introducción de datos con campos de texto en vez de  campos de listas desplegables, errores de análisis de datos y otros tipos de errores.</a:t>
            </a:r>
            <a:endParaRPr lang="es-ES" sz="7200" b="0" dirty="0">
              <a:effectLst/>
              <a:latin typeface="Abadi Extra Light" panose="020B0204020104020204" pitchFamily="34" charset="0"/>
            </a:endParaRPr>
          </a:p>
        </p:txBody>
      </p:sp>
    </p:spTree>
    <p:extLst>
      <p:ext uri="{BB962C8B-B14F-4D97-AF65-F5344CB8AC3E}">
        <p14:creationId xmlns:p14="http://schemas.microsoft.com/office/powerpoint/2010/main" val="31335119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uidelines for awesome web form design - Justinmind">
            <a:extLst>
              <a:ext uri="{FF2B5EF4-FFF2-40B4-BE49-F238E27FC236}">
                <a16:creationId xmlns:a16="http://schemas.microsoft.com/office/drawing/2014/main" id="{BACCC226-617B-4D73-F6E5-39240D13D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5041" y="168000"/>
            <a:ext cx="12695445" cy="9309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206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DDC735-042A-F980-4DCF-0282B580DE07}"/>
              </a:ext>
            </a:extLst>
          </p:cNvPr>
          <p:cNvSpPr>
            <a:spLocks noGrp="1"/>
          </p:cNvSpPr>
          <p:nvPr>
            <p:ph type="title"/>
          </p:nvPr>
        </p:nvSpPr>
        <p:spPr/>
        <p:txBody>
          <a:bodyPr>
            <a:normAutofit/>
          </a:bodyPr>
          <a:lstStyle/>
          <a:p>
            <a:r>
              <a:rPr lang="es-EC" sz="6600" b="1" dirty="0">
                <a:latin typeface="Roboto" panose="02000000000000000000" pitchFamily="2" charset="0"/>
                <a:ea typeface="Roboto" panose="02000000000000000000" pitchFamily="2" charset="0"/>
              </a:rPr>
              <a:t>Variables Categóricas</a:t>
            </a:r>
          </a:p>
        </p:txBody>
      </p:sp>
      <p:sp>
        <p:nvSpPr>
          <p:cNvPr id="3" name="Marcador de contenido 2">
            <a:extLst>
              <a:ext uri="{FF2B5EF4-FFF2-40B4-BE49-F238E27FC236}">
                <a16:creationId xmlns:a16="http://schemas.microsoft.com/office/drawing/2014/main" id="{1D82C1FC-1FD1-8EEE-437B-4E3CC078F026}"/>
              </a:ext>
            </a:extLst>
          </p:cNvPr>
          <p:cNvSpPr>
            <a:spLocks noGrp="1"/>
          </p:cNvSpPr>
          <p:nvPr>
            <p:ph idx="1"/>
          </p:nvPr>
        </p:nvSpPr>
        <p:spPr>
          <a:xfrm>
            <a:off x="1192688" y="2404143"/>
            <a:ext cx="14962823" cy="7347870"/>
          </a:xfrm>
        </p:spPr>
        <p:txBody>
          <a:bodyPr>
            <a:normAutofit/>
          </a:bodyPr>
          <a:lstStyle/>
          <a:p>
            <a:pPr marL="0" indent="0" rtl="0">
              <a:spcBef>
                <a:spcPts val="0"/>
              </a:spcBef>
              <a:spcAft>
                <a:spcPts val="0"/>
              </a:spcAft>
              <a:buNone/>
            </a:pPr>
            <a:r>
              <a:rPr lang="es-ES" sz="4800" b="1" i="0" u="none" strike="noStrike" dirty="0">
                <a:solidFill>
                  <a:srgbClr val="05192D"/>
                </a:solidFill>
                <a:effectLst/>
                <a:latin typeface="Roboto" panose="02000000000000000000" pitchFamily="2" charset="0"/>
                <a:ea typeface="Roboto" panose="02000000000000000000" pitchFamily="2" charset="0"/>
              </a:rPr>
              <a:t>¿Cómo tratamos estos problemas?</a:t>
            </a:r>
            <a:endParaRPr lang="es-ES" sz="6600" b="0" dirty="0">
              <a:effectLst/>
              <a:latin typeface="Roboto" panose="02000000000000000000" pitchFamily="2" charset="0"/>
              <a:ea typeface="Roboto" panose="02000000000000000000" pitchFamily="2" charset="0"/>
            </a:endParaRPr>
          </a:p>
          <a:p>
            <a:pPr rtl="0">
              <a:spcBef>
                <a:spcPts val="0"/>
              </a:spcBef>
              <a:spcAft>
                <a:spcPts val="0"/>
              </a:spcAft>
            </a:pPr>
            <a:r>
              <a:rPr lang="es-ES" sz="6000" b="0" i="0" u="none" strike="noStrike" dirty="0">
                <a:solidFill>
                  <a:srgbClr val="05192D"/>
                </a:solidFill>
                <a:effectLst/>
                <a:latin typeface="Abadi Extra Light" panose="020B0204020104020204" pitchFamily="34" charset="0"/>
              </a:rPr>
              <a:t>Hay varias maneras de lidiar con estos problemas:</a:t>
            </a:r>
            <a:endParaRPr lang="es-ES" sz="8000" dirty="0">
              <a:latin typeface="Abadi Extra Light" panose="020B0204020104020204" pitchFamily="34" charset="0"/>
            </a:endParaRPr>
          </a:p>
          <a:p>
            <a:pPr lvl="1">
              <a:spcBef>
                <a:spcPts val="0"/>
              </a:spcBef>
            </a:pPr>
            <a:r>
              <a:rPr lang="es-ES" sz="5431" b="0" i="0" u="none" strike="noStrike" dirty="0">
                <a:solidFill>
                  <a:srgbClr val="05192D"/>
                </a:solidFill>
                <a:effectLst/>
                <a:latin typeface="Abadi Extra Light" panose="020B0204020104020204" pitchFamily="34" charset="0"/>
              </a:rPr>
              <a:t>Lo más sencillo es eliminar las filas con categorías incorrectas.</a:t>
            </a:r>
            <a:endParaRPr lang="es-ES" sz="7431" i="0" u="none" strike="noStrike" dirty="0">
              <a:solidFill>
                <a:srgbClr val="05192D"/>
              </a:solidFill>
              <a:latin typeface="Abadi Extra Light" panose="020B0204020104020204" pitchFamily="34" charset="0"/>
            </a:endParaRPr>
          </a:p>
          <a:p>
            <a:pPr lvl="1">
              <a:spcBef>
                <a:spcPts val="0"/>
              </a:spcBef>
            </a:pPr>
            <a:r>
              <a:rPr lang="es-ES" sz="5431" b="0" i="0" u="none" strike="noStrike" dirty="0">
                <a:solidFill>
                  <a:srgbClr val="05192D"/>
                </a:solidFill>
                <a:effectLst/>
                <a:latin typeface="Abadi Extra Light" panose="020B0204020104020204" pitchFamily="34" charset="0"/>
              </a:rPr>
              <a:t>Podemos intentar reasignar las categorías incorrectas a las correctas, y más.</a:t>
            </a:r>
            <a:endParaRPr lang="es-ES" sz="7431" b="0" dirty="0">
              <a:effectLst/>
              <a:latin typeface="Abadi Extra Light" panose="020B0204020104020204" pitchFamily="34" charset="0"/>
            </a:endParaRPr>
          </a:p>
        </p:txBody>
      </p:sp>
    </p:spTree>
    <p:extLst>
      <p:ext uri="{BB962C8B-B14F-4D97-AF65-F5344CB8AC3E}">
        <p14:creationId xmlns:p14="http://schemas.microsoft.com/office/powerpoint/2010/main" val="19561715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16DB3F-46F3-B861-C39D-AC9A15954A28}"/>
              </a:ext>
            </a:extLst>
          </p:cNvPr>
          <p:cNvSpPr>
            <a:spLocks noGrp="1"/>
          </p:cNvSpPr>
          <p:nvPr>
            <p:ph type="title"/>
          </p:nvPr>
        </p:nvSpPr>
        <p:spPr/>
        <p:txBody>
          <a:bodyPr>
            <a:normAutofit/>
          </a:bodyPr>
          <a:lstStyle/>
          <a:p>
            <a:r>
              <a:rPr lang="es-EC" sz="8000" dirty="0">
                <a:latin typeface="Roboto" panose="02000000000000000000" pitchFamily="2" charset="0"/>
                <a:ea typeface="Roboto" panose="02000000000000000000" pitchFamily="2" charset="0"/>
              </a:rPr>
              <a:t>Ejercicio</a:t>
            </a:r>
          </a:p>
        </p:txBody>
      </p:sp>
      <p:sp>
        <p:nvSpPr>
          <p:cNvPr id="3" name="Marcador de contenido 2">
            <a:extLst>
              <a:ext uri="{FF2B5EF4-FFF2-40B4-BE49-F238E27FC236}">
                <a16:creationId xmlns:a16="http://schemas.microsoft.com/office/drawing/2014/main" id="{7EC186A0-C633-2B00-0A62-B242EB6E695D}"/>
              </a:ext>
            </a:extLst>
          </p:cNvPr>
          <p:cNvSpPr>
            <a:spLocks noGrp="1"/>
          </p:cNvSpPr>
          <p:nvPr>
            <p:ph idx="1"/>
          </p:nvPr>
        </p:nvSpPr>
        <p:spPr>
          <a:xfrm>
            <a:off x="1192688" y="4232573"/>
            <a:ext cx="14962823" cy="1286865"/>
          </a:xfrm>
        </p:spPr>
        <p:txBody>
          <a:bodyPr>
            <a:normAutofit/>
          </a:bodyPr>
          <a:lstStyle/>
          <a:p>
            <a:pPr marL="0" indent="0" algn="ctr">
              <a:buNone/>
            </a:pPr>
            <a:r>
              <a:rPr lang="es-EC" sz="6600" dirty="0">
                <a:latin typeface="Abadi Extra Light" panose="020B0204020104020204" pitchFamily="34" charset="0"/>
              </a:rPr>
              <a:t>https://www.menti.com/4uhxtpv9v2</a:t>
            </a:r>
          </a:p>
        </p:txBody>
      </p:sp>
    </p:spTree>
    <p:extLst>
      <p:ext uri="{BB962C8B-B14F-4D97-AF65-F5344CB8AC3E}">
        <p14:creationId xmlns:p14="http://schemas.microsoft.com/office/powerpoint/2010/main" val="9431138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657042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4118820"/>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6165" b="1" dirty="0">
                <a:solidFill>
                  <a:srgbClr val="E6E6E6"/>
                </a:solidFill>
                <a:latin typeface="Roboto" panose="02000000000000000000" pitchFamily="2" charset="0"/>
                <a:ea typeface="Roboto" panose="02000000000000000000" pitchFamily="2" charset="0"/>
                <a:cs typeface="Arial" panose="020B0604020202020204" pitchFamily="34" charset="0"/>
              </a:rPr>
              <a:t>Día 9</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15036853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745728" y="2644846"/>
            <a:ext cx="9220201" cy="3631763"/>
          </a:xfrm>
          <a:prstGeom prst="rect">
            <a:avLst/>
          </a:prstGeom>
          <a:noFill/>
        </p:spPr>
        <p:txBody>
          <a:bodyPr wrap="square">
            <a:spAutoFit/>
          </a:bodyPr>
          <a:lstStyle/>
          <a:p>
            <a:pPr rtl="0">
              <a:spcBef>
                <a:spcPts val="0"/>
              </a:spcBef>
              <a:spcAft>
                <a:spcPts val="0"/>
              </a:spcAft>
            </a:pPr>
            <a:r>
              <a:rPr lang="es-EC" sz="11500" b="1" i="0" u="none" strike="noStrike" dirty="0">
                <a:solidFill>
                  <a:srgbClr val="05192D"/>
                </a:solidFill>
                <a:effectLst/>
                <a:latin typeface="Roboto" panose="02000000000000000000" pitchFamily="2" charset="0"/>
                <a:ea typeface="Roboto" panose="02000000000000000000" pitchFamily="2" charset="0"/>
              </a:rPr>
              <a:t>Variables </a:t>
            </a:r>
            <a:r>
              <a:rPr lang="es-EC" sz="11500" b="1" i="0" u="none" strike="noStrike" dirty="0">
                <a:solidFill>
                  <a:srgbClr val="05192D"/>
                </a:solidFill>
                <a:effectLst/>
                <a:latin typeface="Abadi Extra Light" panose="020B0204020104020204" pitchFamily="34" charset="0"/>
                <a:ea typeface="Roboto" panose="02000000000000000000" pitchFamily="2" charset="0"/>
              </a:rPr>
              <a:t>categóricas</a:t>
            </a:r>
            <a:endParaRPr lang="es-EC" sz="102800" b="1" dirty="0">
              <a:effectLst/>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17544216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lstStyle/>
          <a:p>
            <a:r>
              <a:rPr lang="es-EC" sz="6000" b="1" dirty="0">
                <a:latin typeface="Roboto" panose="02000000000000000000" pitchFamily="2" charset="0"/>
                <a:ea typeface="Roboto" panose="02000000000000000000" pitchFamily="2" charset="0"/>
              </a:rPr>
              <a:t>Variables Categóricas</a:t>
            </a:r>
            <a:endParaRPr lang="es-EC" dirty="0"/>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p:txBody>
          <a:bodyPr/>
          <a:lstStyle/>
          <a:p>
            <a:r>
              <a:rPr lang="es-ES" dirty="0">
                <a:latin typeface="Abadi Extra Light" panose="020B0204020104020204" pitchFamily="34" charset="0"/>
              </a:rPr>
              <a:t>En el último ejercicio, vimos cómo los datos categóricos tienen una restricción valores en las categorías, donde las columnas deben tener un conjunto predefinido de valores. </a:t>
            </a:r>
          </a:p>
          <a:p>
            <a:r>
              <a:rPr lang="es-ES" dirty="0">
                <a:latin typeface="Abadi Extra Light" panose="020B0204020104020204" pitchFamily="34" charset="0"/>
              </a:rPr>
              <a:t>Sin embargo, este no es el único conjunto de problemas que podemos encontrar. </a:t>
            </a:r>
          </a:p>
          <a:p>
            <a:r>
              <a:rPr lang="es-ES" dirty="0">
                <a:latin typeface="Abadi Extra Light" panose="020B0204020104020204" pitchFamily="34" charset="0"/>
              </a:rPr>
              <a:t>Al limpiar los datos categóricos, algunos de los problemas que podemos encontrar son la inconsistencia de los valores, la presencia de demasiadas categorías que podrían representarse en una sola, y asegurarse de que los datos son del tipo correcto.</a:t>
            </a:r>
            <a:endParaRPr lang="es-EC" dirty="0">
              <a:latin typeface="Abadi Extra Light" panose="020B0204020104020204" pitchFamily="34" charset="0"/>
            </a:endParaRPr>
          </a:p>
        </p:txBody>
      </p:sp>
    </p:spTree>
    <p:extLst>
      <p:ext uri="{BB962C8B-B14F-4D97-AF65-F5344CB8AC3E}">
        <p14:creationId xmlns:p14="http://schemas.microsoft.com/office/powerpoint/2010/main" val="22507627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lstStyle/>
          <a:p>
            <a:r>
              <a:rPr lang="es-EC" sz="6000" b="1" dirty="0">
                <a:latin typeface="Roboto" panose="02000000000000000000" pitchFamily="2" charset="0"/>
                <a:ea typeface="Roboto" panose="02000000000000000000" pitchFamily="2" charset="0"/>
              </a:rPr>
              <a:t>Variables Categóricas</a:t>
            </a:r>
            <a:endParaRPr lang="es-EC" dirty="0"/>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a:xfrm>
            <a:off x="1192688" y="2596022"/>
            <a:ext cx="14962823" cy="6216674"/>
          </a:xfrm>
        </p:spPr>
        <p:txBody>
          <a:bodyPr>
            <a:normAutofit/>
          </a:bodyPr>
          <a:lstStyle/>
          <a:p>
            <a:r>
              <a:rPr lang="es-ES" sz="5400" dirty="0">
                <a:latin typeface="Abadi Extra Light" panose="020B0204020104020204" pitchFamily="34" charset="0"/>
              </a:rPr>
              <a:t>Empecemos por asegurarnos de que nuestros datos categóricos son coherentes. </a:t>
            </a:r>
          </a:p>
          <a:p>
            <a:r>
              <a:rPr lang="es-ES" sz="5400" dirty="0">
                <a:latin typeface="Abadi Extra Light" panose="020B0204020104020204" pitchFamily="34" charset="0"/>
              </a:rPr>
              <a:t>Un problema común de los datos categóricos es tener valores que difieren ligeramente </a:t>
            </a:r>
            <a:r>
              <a:rPr lang="es-ES" sz="6000" b="1" dirty="0">
                <a:solidFill>
                  <a:srgbClr val="FF0000"/>
                </a:solidFill>
                <a:latin typeface="Abadi Extra Light" panose="020B0204020104020204" pitchFamily="34" charset="0"/>
              </a:rPr>
              <a:t>debido a las mayúsculas</a:t>
            </a:r>
            <a:r>
              <a:rPr lang="es-ES" sz="5400" dirty="0">
                <a:latin typeface="Abadi Extra Light" panose="020B0204020104020204" pitchFamily="34" charset="0"/>
              </a:rPr>
              <a:t>. </a:t>
            </a:r>
          </a:p>
        </p:txBody>
      </p:sp>
    </p:spTree>
    <p:extLst>
      <p:ext uri="{BB962C8B-B14F-4D97-AF65-F5344CB8AC3E}">
        <p14:creationId xmlns:p14="http://schemas.microsoft.com/office/powerpoint/2010/main" val="29752472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lstStyle/>
          <a:p>
            <a:r>
              <a:rPr lang="es-EC" sz="6000" b="1" dirty="0">
                <a:latin typeface="Roboto" panose="02000000000000000000" pitchFamily="2" charset="0"/>
                <a:ea typeface="Roboto" panose="02000000000000000000" pitchFamily="2" charset="0"/>
              </a:rPr>
              <a:t>Variables Categóricas</a:t>
            </a:r>
            <a:endParaRPr lang="es-EC" dirty="0"/>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a:xfrm>
            <a:off x="1192688" y="2596022"/>
            <a:ext cx="14962823" cy="6216674"/>
          </a:xfrm>
        </p:spPr>
        <p:txBody>
          <a:bodyPr>
            <a:normAutofit lnSpcReduction="10000"/>
          </a:bodyPr>
          <a:lstStyle/>
          <a:p>
            <a:r>
              <a:rPr lang="es-ES" sz="5400" dirty="0">
                <a:latin typeface="Abadi Extra Light" panose="020B0204020104020204" pitchFamily="34" charset="0"/>
              </a:rPr>
              <a:t>No tratar esto podría llevar a resultados equivocados cuando decidimos analizar nuestros datos, por ejemplo, supongamos que estamos trabajando con un conjunto de datos demográficos, y tenemos una columna de estado civil con mayúsculas y minúsculas diferentes. </a:t>
            </a:r>
          </a:p>
          <a:p>
            <a:r>
              <a:rPr lang="es-ES" sz="5400" dirty="0">
                <a:latin typeface="Abadi Extra Light" panose="020B0204020104020204" pitchFamily="34" charset="0"/>
              </a:rPr>
              <a:t>Para ver los valores diferentes en una columna usamos la función </a:t>
            </a:r>
            <a:r>
              <a:rPr lang="es-ES" sz="5400" b="1" dirty="0">
                <a:solidFill>
                  <a:srgbClr val="FF0000"/>
                </a:solidFill>
                <a:latin typeface="Abadi Extra Light" panose="020B0204020104020204" pitchFamily="34" charset="0"/>
              </a:rPr>
              <a:t>.</a:t>
            </a:r>
            <a:r>
              <a:rPr lang="es-ES" sz="5400" b="1" dirty="0" err="1">
                <a:solidFill>
                  <a:srgbClr val="FF0000"/>
                </a:solidFill>
                <a:latin typeface="Abadi Extra Light" panose="020B0204020104020204" pitchFamily="34" charset="0"/>
              </a:rPr>
              <a:t>value_counts</a:t>
            </a:r>
            <a:r>
              <a:rPr lang="es-ES" sz="5400" b="1" dirty="0">
                <a:solidFill>
                  <a:srgbClr val="FF0000"/>
                </a:solidFill>
                <a:latin typeface="Abadi Extra Light" panose="020B0204020104020204" pitchFamily="34" charset="0"/>
              </a:rPr>
              <a:t>() </a:t>
            </a:r>
            <a:r>
              <a:rPr lang="es-ES" sz="5400" dirty="0">
                <a:latin typeface="Abadi Extra Light" panose="020B0204020104020204" pitchFamily="34" charset="0"/>
              </a:rPr>
              <a:t>o la función </a:t>
            </a:r>
            <a:r>
              <a:rPr lang="es-ES" sz="5400" b="1" dirty="0">
                <a:solidFill>
                  <a:srgbClr val="FF0000"/>
                </a:solidFill>
                <a:latin typeface="Abadi Extra Light" panose="020B0204020104020204" pitchFamily="34" charset="0"/>
              </a:rPr>
              <a:t>.</a:t>
            </a:r>
            <a:r>
              <a:rPr lang="es-ES" sz="5400" b="1" dirty="0" err="1">
                <a:solidFill>
                  <a:srgbClr val="FF0000"/>
                </a:solidFill>
                <a:latin typeface="Abadi Extra Light" panose="020B0204020104020204" pitchFamily="34" charset="0"/>
              </a:rPr>
              <a:t>unique</a:t>
            </a:r>
            <a:r>
              <a:rPr lang="es-ES" sz="5400" b="1" dirty="0">
                <a:solidFill>
                  <a:srgbClr val="FF0000"/>
                </a:solidFill>
                <a:latin typeface="Abadi Extra Light" panose="020B0204020104020204" pitchFamily="34" charset="0"/>
              </a:rPr>
              <a:t>()</a:t>
            </a:r>
            <a:endParaRPr lang="es-EC" sz="5400" b="1" dirty="0">
              <a:solidFill>
                <a:srgbClr val="FF0000"/>
              </a:solidFill>
              <a:latin typeface="Abadi Extra Light" panose="020B0204020104020204" pitchFamily="34" charset="0"/>
            </a:endParaRPr>
          </a:p>
        </p:txBody>
      </p:sp>
    </p:spTree>
    <p:extLst>
      <p:ext uri="{BB962C8B-B14F-4D97-AF65-F5344CB8AC3E}">
        <p14:creationId xmlns:p14="http://schemas.microsoft.com/office/powerpoint/2010/main" val="41384090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2">
            <a:extLst>
              <a:ext uri="{FF2B5EF4-FFF2-40B4-BE49-F238E27FC236}">
                <a16:creationId xmlns:a16="http://schemas.microsoft.com/office/drawing/2014/main" id="{948F562F-F2B6-39DC-F762-9944D903D18D}"/>
              </a:ext>
            </a:extLst>
          </p:cNvPr>
          <p:cNvGraphicFramePr>
            <a:graphicFrameLocks noGrp="1"/>
          </p:cNvGraphicFramePr>
          <p:nvPr>
            <p:extLst>
              <p:ext uri="{D42A27DB-BD31-4B8C-83A1-F6EECF244321}">
                <p14:modId xmlns:p14="http://schemas.microsoft.com/office/powerpoint/2010/main" val="934453735"/>
              </p:ext>
            </p:extLst>
          </p:nvPr>
        </p:nvGraphicFramePr>
        <p:xfrm>
          <a:off x="5488792" y="1140120"/>
          <a:ext cx="4900912" cy="6583680"/>
        </p:xfrm>
        <a:graphic>
          <a:graphicData uri="http://schemas.openxmlformats.org/drawingml/2006/table">
            <a:tbl>
              <a:tblPr firstRow="1" bandRow="1">
                <a:tableStyleId>{5C22544A-7EE6-4342-B048-85BDC9FD1C3A}</a:tableStyleId>
              </a:tblPr>
              <a:tblGrid>
                <a:gridCol w="4900912">
                  <a:extLst>
                    <a:ext uri="{9D8B030D-6E8A-4147-A177-3AD203B41FA5}">
                      <a16:colId xmlns:a16="http://schemas.microsoft.com/office/drawing/2014/main" val="869594793"/>
                    </a:ext>
                  </a:extLst>
                </a:gridCol>
              </a:tblGrid>
              <a:tr h="370840">
                <a:tc>
                  <a:txBody>
                    <a:bodyPr/>
                    <a:lstStyle/>
                    <a:p>
                      <a:r>
                        <a:rPr lang="es-EC" sz="4800" dirty="0"/>
                        <a:t>Estado Civil</a:t>
                      </a:r>
                    </a:p>
                  </a:txBody>
                  <a:tcPr/>
                </a:tc>
                <a:extLst>
                  <a:ext uri="{0D108BD9-81ED-4DB2-BD59-A6C34878D82A}">
                    <a16:rowId xmlns:a16="http://schemas.microsoft.com/office/drawing/2014/main" val="3989789039"/>
                  </a:ext>
                </a:extLst>
              </a:tr>
              <a:tr h="370840">
                <a:tc>
                  <a:txBody>
                    <a:bodyPr/>
                    <a:lstStyle/>
                    <a:p>
                      <a:r>
                        <a:rPr lang="es-EC" sz="4800" dirty="0"/>
                        <a:t>Casado</a:t>
                      </a:r>
                    </a:p>
                  </a:txBody>
                  <a:tcPr/>
                </a:tc>
                <a:extLst>
                  <a:ext uri="{0D108BD9-81ED-4DB2-BD59-A6C34878D82A}">
                    <a16:rowId xmlns:a16="http://schemas.microsoft.com/office/drawing/2014/main" val="298864764"/>
                  </a:ext>
                </a:extLst>
              </a:tr>
              <a:tr h="370840">
                <a:tc>
                  <a:txBody>
                    <a:bodyPr/>
                    <a:lstStyle/>
                    <a:p>
                      <a:r>
                        <a:rPr lang="es-EC" sz="4800" dirty="0"/>
                        <a:t>casado</a:t>
                      </a:r>
                    </a:p>
                  </a:txBody>
                  <a:tcPr/>
                </a:tc>
                <a:extLst>
                  <a:ext uri="{0D108BD9-81ED-4DB2-BD59-A6C34878D82A}">
                    <a16:rowId xmlns:a16="http://schemas.microsoft.com/office/drawing/2014/main" val="3787833668"/>
                  </a:ext>
                </a:extLst>
              </a:tr>
              <a:tr h="370840">
                <a:tc>
                  <a:txBody>
                    <a:bodyPr/>
                    <a:lstStyle/>
                    <a:p>
                      <a:r>
                        <a:rPr lang="es-EC" sz="4800" dirty="0"/>
                        <a:t>Soltero</a:t>
                      </a:r>
                    </a:p>
                  </a:txBody>
                  <a:tcPr/>
                </a:tc>
                <a:extLst>
                  <a:ext uri="{0D108BD9-81ED-4DB2-BD59-A6C34878D82A}">
                    <a16:rowId xmlns:a16="http://schemas.microsoft.com/office/drawing/2014/main" val="1167897570"/>
                  </a:ext>
                </a:extLst>
              </a:tr>
              <a:tr h="370840">
                <a:tc>
                  <a:txBody>
                    <a:bodyPr/>
                    <a:lstStyle/>
                    <a:p>
                      <a:r>
                        <a:rPr lang="es-EC" sz="4800" dirty="0"/>
                        <a:t>DIVORCIADO</a:t>
                      </a:r>
                    </a:p>
                  </a:txBody>
                  <a:tcPr/>
                </a:tc>
                <a:extLst>
                  <a:ext uri="{0D108BD9-81ED-4DB2-BD59-A6C34878D82A}">
                    <a16:rowId xmlns:a16="http://schemas.microsoft.com/office/drawing/2014/main" val="1761206912"/>
                  </a:ext>
                </a:extLst>
              </a:tr>
              <a:tr h="370840">
                <a:tc>
                  <a:txBody>
                    <a:bodyPr/>
                    <a:lstStyle/>
                    <a:p>
                      <a:r>
                        <a:rPr lang="es-EC" sz="4800" dirty="0"/>
                        <a:t>Divorciado</a:t>
                      </a:r>
                    </a:p>
                  </a:txBody>
                  <a:tcPr/>
                </a:tc>
                <a:extLst>
                  <a:ext uri="{0D108BD9-81ED-4DB2-BD59-A6C34878D82A}">
                    <a16:rowId xmlns:a16="http://schemas.microsoft.com/office/drawing/2014/main" val="3189540282"/>
                  </a:ext>
                </a:extLst>
              </a:tr>
              <a:tr h="370840">
                <a:tc>
                  <a:txBody>
                    <a:bodyPr/>
                    <a:lstStyle/>
                    <a:p>
                      <a:r>
                        <a:rPr lang="es-EC" sz="4800" dirty="0" err="1"/>
                        <a:t>Diborciado</a:t>
                      </a:r>
                      <a:endParaRPr lang="es-EC" sz="4800" dirty="0"/>
                    </a:p>
                  </a:txBody>
                  <a:tcPr/>
                </a:tc>
                <a:extLst>
                  <a:ext uri="{0D108BD9-81ED-4DB2-BD59-A6C34878D82A}">
                    <a16:rowId xmlns:a16="http://schemas.microsoft.com/office/drawing/2014/main" val="3314100638"/>
                  </a:ext>
                </a:extLst>
              </a:tr>
              <a:tr h="370840">
                <a:tc>
                  <a:txBody>
                    <a:bodyPr/>
                    <a:lstStyle/>
                    <a:p>
                      <a:r>
                        <a:rPr lang="es-EC" sz="4800" dirty="0"/>
                        <a:t>soltero</a:t>
                      </a:r>
                    </a:p>
                  </a:txBody>
                  <a:tcPr/>
                </a:tc>
                <a:extLst>
                  <a:ext uri="{0D108BD9-81ED-4DB2-BD59-A6C34878D82A}">
                    <a16:rowId xmlns:a16="http://schemas.microsoft.com/office/drawing/2014/main" val="3921259003"/>
                  </a:ext>
                </a:extLst>
              </a:tr>
            </a:tbl>
          </a:graphicData>
        </a:graphic>
      </p:graphicFrame>
    </p:spTree>
    <p:extLst>
      <p:ext uri="{BB962C8B-B14F-4D97-AF65-F5344CB8AC3E}">
        <p14:creationId xmlns:p14="http://schemas.microsoft.com/office/powerpoint/2010/main" val="21612778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lstStyle/>
          <a:p>
            <a:r>
              <a:rPr lang="es-EC" sz="6000" b="1" dirty="0">
                <a:latin typeface="Roboto" panose="02000000000000000000" pitchFamily="2" charset="0"/>
                <a:ea typeface="Roboto" panose="02000000000000000000" pitchFamily="2" charset="0"/>
              </a:rPr>
              <a:t>Variables Categóricas</a:t>
            </a:r>
            <a:endParaRPr lang="es-EC" dirty="0"/>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a:xfrm>
            <a:off x="1192688" y="2596022"/>
            <a:ext cx="14962823" cy="7155991"/>
          </a:xfrm>
        </p:spPr>
        <p:txBody>
          <a:bodyPr>
            <a:normAutofit/>
          </a:bodyPr>
          <a:lstStyle/>
          <a:p>
            <a:r>
              <a:rPr lang="es-ES" sz="6600" dirty="0">
                <a:latin typeface="Abadi Extra Light" panose="020B0204020104020204" pitchFamily="34" charset="0"/>
              </a:rPr>
              <a:t>Para solucionar esto, podemos poner en mayúsculas o en minúsculas la columna estado civil. </a:t>
            </a:r>
          </a:p>
          <a:p>
            <a:r>
              <a:rPr lang="es-ES" sz="6600" dirty="0">
                <a:latin typeface="Abadi Extra Light" panose="020B0204020104020204" pitchFamily="34" charset="0"/>
              </a:rPr>
              <a:t>Esto puede hacerse con las funciones </a:t>
            </a:r>
            <a:r>
              <a:rPr lang="es-ES" sz="6600" dirty="0" err="1">
                <a:latin typeface="Abadi Extra Light" panose="020B0204020104020204" pitchFamily="34" charset="0"/>
              </a:rPr>
              <a:t>str.upper</a:t>
            </a:r>
            <a:r>
              <a:rPr lang="es-ES" sz="6600" dirty="0">
                <a:latin typeface="Abadi Extra Light" panose="020B0204020104020204" pitchFamily="34" charset="0"/>
              </a:rPr>
              <a:t>() o </a:t>
            </a:r>
            <a:r>
              <a:rPr lang="es-ES" sz="6600" dirty="0" err="1">
                <a:latin typeface="Abadi Extra Light" panose="020B0204020104020204" pitchFamily="34" charset="0"/>
              </a:rPr>
              <a:t>str.lower</a:t>
            </a:r>
            <a:r>
              <a:rPr lang="es-ES" sz="6600" dirty="0">
                <a:latin typeface="Abadi Extra Light" panose="020B0204020104020204" pitchFamily="34" charset="0"/>
              </a:rPr>
              <a:t>() respectivamente.</a:t>
            </a:r>
          </a:p>
        </p:txBody>
      </p:sp>
    </p:spTree>
    <p:extLst>
      <p:ext uri="{BB962C8B-B14F-4D97-AF65-F5344CB8AC3E}">
        <p14:creationId xmlns:p14="http://schemas.microsoft.com/office/powerpoint/2010/main" val="3612644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lstStyle/>
          <a:p>
            <a:r>
              <a:rPr lang="es-EC" sz="6000" b="1" dirty="0">
                <a:latin typeface="Roboto" panose="02000000000000000000" pitchFamily="2" charset="0"/>
                <a:ea typeface="Roboto" panose="02000000000000000000" pitchFamily="2" charset="0"/>
              </a:rPr>
              <a:t>Variables Categóricas</a:t>
            </a:r>
            <a:endParaRPr lang="es-EC" dirty="0"/>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a:xfrm>
            <a:off x="1192688" y="2596022"/>
            <a:ext cx="14962823" cy="7155991"/>
          </a:xfrm>
        </p:spPr>
        <p:txBody>
          <a:bodyPr>
            <a:normAutofit/>
          </a:bodyPr>
          <a:lstStyle/>
          <a:p>
            <a:r>
              <a:rPr lang="es-ES" sz="6600" dirty="0">
                <a:latin typeface="Abadi Extra Light" panose="020B0204020104020204" pitchFamily="34" charset="0"/>
              </a:rPr>
              <a:t>Para solucionar esto, podemos poner en mayúsculas o en minúsculas la columna estado civil. </a:t>
            </a:r>
          </a:p>
          <a:p>
            <a:r>
              <a:rPr lang="es-ES" sz="6600" dirty="0">
                <a:latin typeface="Abadi Extra Light" panose="020B0204020104020204" pitchFamily="34" charset="0"/>
              </a:rPr>
              <a:t>Esto puede hacerse con las funciones </a:t>
            </a:r>
            <a:r>
              <a:rPr lang="es-ES" sz="6600" dirty="0" err="1">
                <a:latin typeface="Abadi Extra Light" panose="020B0204020104020204" pitchFamily="34" charset="0"/>
              </a:rPr>
              <a:t>str.upper</a:t>
            </a:r>
            <a:r>
              <a:rPr lang="es-ES" sz="6600" dirty="0">
                <a:latin typeface="Abadi Extra Light" panose="020B0204020104020204" pitchFamily="34" charset="0"/>
              </a:rPr>
              <a:t>() o </a:t>
            </a:r>
            <a:r>
              <a:rPr lang="es-ES" sz="6600" dirty="0" err="1">
                <a:latin typeface="Abadi Extra Light" panose="020B0204020104020204" pitchFamily="34" charset="0"/>
              </a:rPr>
              <a:t>str.lower</a:t>
            </a:r>
            <a:r>
              <a:rPr lang="es-ES" sz="6600" dirty="0">
                <a:latin typeface="Abadi Extra Light" panose="020B0204020104020204" pitchFamily="34" charset="0"/>
              </a:rPr>
              <a:t>() respectivamente.</a:t>
            </a:r>
          </a:p>
        </p:txBody>
      </p:sp>
    </p:spTree>
    <p:extLst>
      <p:ext uri="{BB962C8B-B14F-4D97-AF65-F5344CB8AC3E}">
        <p14:creationId xmlns:p14="http://schemas.microsoft.com/office/powerpoint/2010/main" val="21417220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23514800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áfico 2" descr="Piezas de rompecabezas">
            <a:extLst>
              <a:ext uri="{FF2B5EF4-FFF2-40B4-BE49-F238E27FC236}">
                <a16:creationId xmlns:a16="http://schemas.microsoft.com/office/drawing/2014/main" id="{97FCA622-0064-4795-A714-2A98FBCBBA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3821" y="1285712"/>
            <a:ext cx="7180587" cy="7180587"/>
          </a:xfrm>
          <a:prstGeom prst="rect">
            <a:avLst/>
          </a:prstGeom>
        </p:spPr>
      </p:pic>
      <p:sp>
        <p:nvSpPr>
          <p:cNvPr id="4" name="CuadroTexto 3">
            <a:extLst>
              <a:ext uri="{FF2B5EF4-FFF2-40B4-BE49-F238E27FC236}">
                <a16:creationId xmlns:a16="http://schemas.microsoft.com/office/drawing/2014/main" id="{DDF39D78-5D71-4681-8E9C-535B25E5FA04}"/>
              </a:ext>
            </a:extLst>
          </p:cNvPr>
          <p:cNvSpPr txBox="1"/>
          <p:nvPr/>
        </p:nvSpPr>
        <p:spPr>
          <a:xfrm>
            <a:off x="7855957" y="3324590"/>
            <a:ext cx="8577890" cy="3447098"/>
          </a:xfrm>
          <a:prstGeom prst="rect">
            <a:avLst/>
          </a:prstGeom>
          <a:solidFill>
            <a:srgbClr val="7BA1DF"/>
          </a:solidFill>
          <a:effectLst>
            <a:outerShdw blurRad="50800" dist="38100" dir="2700000" algn="tl" rotWithShape="0">
              <a:prstClr val="black">
                <a:alpha val="40000"/>
              </a:prstClr>
            </a:outerShdw>
          </a:effectLst>
        </p:spPr>
        <p:txBody>
          <a:bodyPr wrap="square" rtlCol="0">
            <a:spAutoFit/>
          </a:bodyPr>
          <a:lstStyle/>
          <a:p>
            <a:r>
              <a:rPr lang="es-EC" sz="21800" b="1" dirty="0">
                <a:solidFill>
                  <a:srgbClr val="E6E6E6"/>
                </a:solidFill>
                <a:latin typeface="Roboto" panose="02000000000000000000" pitchFamily="2" charset="0"/>
                <a:ea typeface="Roboto" panose="02000000000000000000" pitchFamily="2" charset="0"/>
                <a:cs typeface="Arial" panose="020B0604020202020204" pitchFamily="34" charset="0"/>
              </a:rPr>
              <a:t>Día 10</a:t>
            </a:r>
          </a:p>
        </p:txBody>
      </p:sp>
      <p:sp>
        <p:nvSpPr>
          <p:cNvPr id="6" name="Google Shape;84;p13">
            <a:extLst>
              <a:ext uri="{FF2B5EF4-FFF2-40B4-BE49-F238E27FC236}">
                <a16:creationId xmlns:a16="http://schemas.microsoft.com/office/drawing/2014/main" id="{95E70943-688D-45F9-8889-D488843BF5C8}"/>
              </a:ext>
            </a:extLst>
          </p:cNvPr>
          <p:cNvSpPr txBox="1">
            <a:spLocks/>
          </p:cNvSpPr>
          <p:nvPr/>
        </p:nvSpPr>
        <p:spPr>
          <a:xfrm>
            <a:off x="7855958" y="392981"/>
            <a:ext cx="8577890" cy="293160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spcBef>
                <a:spcPts val="0"/>
              </a:spcBef>
              <a:buClr>
                <a:schemeClr val="dk1"/>
              </a:buClr>
              <a:buSzPts val="6000"/>
            </a:pPr>
            <a:r>
              <a:rPr lang="es-ES" sz="9600" b="1" dirty="0">
                <a:latin typeface="Roboto" panose="02000000000000000000" pitchFamily="2" charset="0"/>
                <a:ea typeface="Roboto" panose="02000000000000000000" pitchFamily="2" charset="0"/>
              </a:rPr>
              <a:t>Data </a:t>
            </a:r>
            <a:r>
              <a:rPr lang="es-ES" sz="9600" b="1" dirty="0" err="1">
                <a:latin typeface="Roboto" panose="02000000000000000000" pitchFamily="2" charset="0"/>
                <a:ea typeface="Roboto" panose="02000000000000000000" pitchFamily="2" charset="0"/>
              </a:rPr>
              <a:t>Cleaning</a:t>
            </a:r>
            <a:endParaRPr lang="es-ES" sz="9600" b="1" dirty="0">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25332794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Una caricatura de una persona&#10;&#10;Descripción generada automáticamente con confianza media">
            <a:extLst>
              <a:ext uri="{FF2B5EF4-FFF2-40B4-BE49-F238E27FC236}">
                <a16:creationId xmlns:a16="http://schemas.microsoft.com/office/drawing/2014/main" id="{142DA3D6-2E3D-D7FA-07D7-D82F19D13A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929" y="1332882"/>
            <a:ext cx="7382271" cy="7674880"/>
          </a:xfrm>
          <a:prstGeom prst="rect">
            <a:avLst/>
          </a:prstGeom>
        </p:spPr>
      </p:pic>
      <p:sp>
        <p:nvSpPr>
          <p:cNvPr id="6" name="CuadroTexto 5">
            <a:extLst>
              <a:ext uri="{FF2B5EF4-FFF2-40B4-BE49-F238E27FC236}">
                <a16:creationId xmlns:a16="http://schemas.microsoft.com/office/drawing/2014/main" id="{E7690B8B-4FE8-D3C4-118E-3703252050DF}"/>
              </a:ext>
            </a:extLst>
          </p:cNvPr>
          <p:cNvSpPr txBox="1"/>
          <p:nvPr/>
        </p:nvSpPr>
        <p:spPr>
          <a:xfrm>
            <a:off x="745728" y="2644846"/>
            <a:ext cx="9220201" cy="3631763"/>
          </a:xfrm>
          <a:prstGeom prst="rect">
            <a:avLst/>
          </a:prstGeom>
          <a:noFill/>
        </p:spPr>
        <p:txBody>
          <a:bodyPr wrap="square">
            <a:spAutoFit/>
          </a:bodyPr>
          <a:lstStyle/>
          <a:p>
            <a:pPr rtl="0">
              <a:spcBef>
                <a:spcPts val="0"/>
              </a:spcBef>
              <a:spcAft>
                <a:spcPts val="0"/>
              </a:spcAft>
            </a:pPr>
            <a:r>
              <a:rPr lang="es-EC" sz="11500" b="1" i="0" u="none" strike="noStrike" dirty="0">
                <a:solidFill>
                  <a:srgbClr val="05192D"/>
                </a:solidFill>
                <a:effectLst/>
                <a:latin typeface="Roboto" panose="02000000000000000000" pitchFamily="2" charset="0"/>
                <a:ea typeface="Roboto" panose="02000000000000000000" pitchFamily="2" charset="0"/>
              </a:rPr>
              <a:t>Valores </a:t>
            </a:r>
          </a:p>
          <a:p>
            <a:pPr rtl="0">
              <a:spcBef>
                <a:spcPts val="0"/>
              </a:spcBef>
              <a:spcAft>
                <a:spcPts val="0"/>
              </a:spcAft>
            </a:pPr>
            <a:r>
              <a:rPr lang="es-EC" sz="11500" b="1" i="0" u="none" strike="noStrike" dirty="0">
                <a:solidFill>
                  <a:srgbClr val="05192D"/>
                </a:solidFill>
                <a:effectLst/>
                <a:latin typeface="Abadi Extra Light" panose="020B0204020104020204" pitchFamily="34" charset="0"/>
                <a:ea typeface="Roboto" panose="02000000000000000000" pitchFamily="2" charset="0"/>
              </a:rPr>
              <a:t>nulos</a:t>
            </a:r>
            <a:endParaRPr lang="es-EC" sz="102800" b="1" dirty="0">
              <a:effectLst/>
              <a:latin typeface="Abadi Extra Light" panose="020B0204020104020204" pitchFamily="34" charset="0"/>
              <a:ea typeface="Roboto" panose="02000000000000000000" pitchFamily="2" charset="0"/>
            </a:endParaRPr>
          </a:p>
        </p:txBody>
      </p:sp>
    </p:spTree>
    <p:extLst>
      <p:ext uri="{BB962C8B-B14F-4D97-AF65-F5344CB8AC3E}">
        <p14:creationId xmlns:p14="http://schemas.microsoft.com/office/powerpoint/2010/main" val="35806357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lstStyle/>
          <a:p>
            <a:r>
              <a:rPr lang="es-EC" sz="6000" b="1" dirty="0">
                <a:latin typeface="Roboto" panose="02000000000000000000" pitchFamily="2" charset="0"/>
                <a:ea typeface="Roboto" panose="02000000000000000000" pitchFamily="2" charset="0"/>
              </a:rPr>
              <a:t>Valores perdidos | nulos</a:t>
            </a:r>
            <a:endParaRPr lang="es-EC" dirty="0"/>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a:xfrm>
            <a:off x="1192688" y="2596022"/>
            <a:ext cx="14962823" cy="7155991"/>
          </a:xfrm>
        </p:spPr>
        <p:txBody>
          <a:bodyPr>
            <a:normAutofit/>
          </a:bodyPr>
          <a:lstStyle/>
          <a:p>
            <a:r>
              <a:rPr lang="es-ES" sz="6600" dirty="0">
                <a:latin typeface="Abadi Extra Light" panose="020B0204020104020204" pitchFamily="34" charset="0"/>
              </a:rPr>
              <a:t>El problema de los valores perdidos es bastante común en muchos conjuntos de datos de la vida real.</a:t>
            </a:r>
          </a:p>
          <a:p>
            <a:r>
              <a:rPr lang="es-ES" sz="6600" dirty="0">
                <a:latin typeface="Abadi Extra Light" panose="020B0204020104020204" pitchFamily="34" charset="0"/>
              </a:rPr>
              <a:t>Los valores perdidos pueden sesgar los resultados de los modelos de aprendizaje automático y/o llevarnos a hacer análisis incorrectos</a:t>
            </a:r>
          </a:p>
        </p:txBody>
      </p:sp>
    </p:spTree>
    <p:extLst>
      <p:ext uri="{BB962C8B-B14F-4D97-AF65-F5344CB8AC3E}">
        <p14:creationId xmlns:p14="http://schemas.microsoft.com/office/powerpoint/2010/main" val="9846473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lstStyle/>
          <a:p>
            <a:r>
              <a:rPr lang="es-ES" sz="6000" dirty="0">
                <a:latin typeface="Roboto" panose="02000000000000000000" pitchFamily="2" charset="0"/>
                <a:ea typeface="Roboto" panose="02000000000000000000" pitchFamily="2" charset="0"/>
              </a:rPr>
              <a:t>¿Qué es un valor perdido?</a:t>
            </a:r>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a:xfrm>
            <a:off x="1192688" y="2596023"/>
            <a:ext cx="14962823" cy="2279984"/>
          </a:xfrm>
        </p:spPr>
        <p:txBody>
          <a:bodyPr>
            <a:normAutofit/>
          </a:bodyPr>
          <a:lstStyle/>
          <a:p>
            <a:r>
              <a:rPr lang="es-ES" sz="4800" dirty="0">
                <a:latin typeface="Abadi Extra Light" panose="020B0204020104020204" pitchFamily="34" charset="0"/>
              </a:rPr>
              <a:t>Los datos perdidos se definen como los valores o datos que no se almacenan (o no están presentes) para alguna/s variable/s en el conjunto de datos dado.</a:t>
            </a:r>
          </a:p>
        </p:txBody>
      </p:sp>
      <p:pic>
        <p:nvPicPr>
          <p:cNvPr id="1026" name="Picture 2" descr="missing values">
            <a:extLst>
              <a:ext uri="{FF2B5EF4-FFF2-40B4-BE49-F238E27FC236}">
                <a16:creationId xmlns:a16="http://schemas.microsoft.com/office/drawing/2014/main" id="{8222B6F2-1F15-5172-E3E9-6B6CF3839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8997" y="4876006"/>
            <a:ext cx="11170203" cy="414827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27F73DF8-CE77-995B-56A9-B95FF1FFB928}"/>
              </a:ext>
            </a:extLst>
          </p:cNvPr>
          <p:cNvSpPr txBox="1"/>
          <p:nvPr/>
        </p:nvSpPr>
        <p:spPr>
          <a:xfrm>
            <a:off x="10328964" y="9221494"/>
            <a:ext cx="7019236" cy="461665"/>
          </a:xfrm>
          <a:prstGeom prst="rect">
            <a:avLst/>
          </a:prstGeom>
          <a:noFill/>
        </p:spPr>
        <p:txBody>
          <a:bodyPr wrap="square">
            <a:spAutoFit/>
          </a:bodyPr>
          <a:lstStyle/>
          <a:p>
            <a:r>
              <a:rPr lang="en-US" sz="2400" dirty="0">
                <a:solidFill>
                  <a:srgbClr val="222222"/>
                </a:solidFill>
                <a:latin typeface="Lato" panose="020F0502020204030203" pitchFamily="34" charset="0"/>
              </a:rPr>
              <a:t>E</a:t>
            </a:r>
            <a:r>
              <a:rPr lang="en-US" sz="2400" b="0" i="0" dirty="0">
                <a:solidFill>
                  <a:srgbClr val="222222"/>
                </a:solidFill>
                <a:effectLst/>
                <a:latin typeface="Lato" panose="020F0502020204030203" pitchFamily="34" charset="0"/>
              </a:rPr>
              <a:t>n Pandas, </a:t>
            </a:r>
            <a:r>
              <a:rPr lang="en-US" sz="2400" b="0" i="0" dirty="0" err="1">
                <a:solidFill>
                  <a:srgbClr val="222222"/>
                </a:solidFill>
                <a:effectLst/>
                <a:latin typeface="Lato" panose="020F0502020204030203" pitchFamily="34" charset="0"/>
              </a:rPr>
              <a:t>generalmente</a:t>
            </a:r>
            <a:r>
              <a:rPr lang="en-US" sz="2400" b="0" i="0" dirty="0">
                <a:solidFill>
                  <a:srgbClr val="222222"/>
                </a:solidFill>
                <a:effectLst/>
                <a:latin typeface="Lato" panose="020F0502020204030203" pitchFamily="34" charset="0"/>
              </a:rPr>
              <a:t> se </a:t>
            </a:r>
            <a:r>
              <a:rPr lang="en-US" sz="2400" b="0" i="0" dirty="0" err="1">
                <a:solidFill>
                  <a:srgbClr val="222222"/>
                </a:solidFill>
                <a:effectLst/>
                <a:latin typeface="Lato" panose="020F0502020204030203" pitchFamily="34" charset="0"/>
              </a:rPr>
              <a:t>representa</a:t>
            </a:r>
            <a:r>
              <a:rPr lang="en-US" sz="2400" b="0" i="0" dirty="0">
                <a:solidFill>
                  <a:srgbClr val="222222"/>
                </a:solidFill>
                <a:effectLst/>
                <a:latin typeface="Lato" panose="020F0502020204030203" pitchFamily="34" charset="0"/>
              </a:rPr>
              <a:t> </a:t>
            </a:r>
            <a:r>
              <a:rPr lang="en-US" sz="2400" b="0" i="0" dirty="0" err="1">
                <a:solidFill>
                  <a:srgbClr val="222222"/>
                </a:solidFill>
                <a:effectLst/>
                <a:latin typeface="Lato" panose="020F0502020204030203" pitchFamily="34" charset="0"/>
              </a:rPr>
              <a:t>como</a:t>
            </a:r>
            <a:r>
              <a:rPr lang="en-US" sz="2400" b="0" i="0" dirty="0">
                <a:solidFill>
                  <a:srgbClr val="222222"/>
                </a:solidFill>
                <a:effectLst/>
                <a:latin typeface="Lato" panose="020F0502020204030203" pitchFamily="34" charset="0"/>
              </a:rPr>
              <a:t> </a:t>
            </a:r>
            <a:r>
              <a:rPr lang="en-US" sz="2400" b="1" i="0" dirty="0" err="1">
                <a:solidFill>
                  <a:srgbClr val="222222"/>
                </a:solidFill>
                <a:effectLst/>
                <a:latin typeface="Lato" panose="020F0502020204030203" pitchFamily="34" charset="0"/>
              </a:rPr>
              <a:t>NaN</a:t>
            </a:r>
            <a:r>
              <a:rPr lang="en-US" sz="2400" b="0" i="0" dirty="0">
                <a:solidFill>
                  <a:srgbClr val="222222"/>
                </a:solidFill>
                <a:effectLst/>
                <a:latin typeface="Lato" panose="020F0502020204030203" pitchFamily="34" charset="0"/>
              </a:rPr>
              <a:t>.</a:t>
            </a:r>
            <a:endParaRPr lang="es-EC" sz="2400" dirty="0"/>
          </a:p>
        </p:txBody>
      </p:sp>
    </p:spTree>
    <p:extLst>
      <p:ext uri="{BB962C8B-B14F-4D97-AF65-F5344CB8AC3E}">
        <p14:creationId xmlns:p14="http://schemas.microsoft.com/office/powerpoint/2010/main" val="35703226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5659DD-C8B8-B76A-0BE6-F0F71241A435}"/>
              </a:ext>
            </a:extLst>
          </p:cNvPr>
          <p:cNvSpPr>
            <a:spLocks noGrp="1"/>
          </p:cNvSpPr>
          <p:nvPr>
            <p:ph type="title"/>
          </p:nvPr>
        </p:nvSpPr>
        <p:spPr/>
        <p:txBody>
          <a:bodyPr/>
          <a:lstStyle/>
          <a:p>
            <a:r>
              <a:rPr lang="es-ES" sz="6600" dirty="0">
                <a:latin typeface="Roboto" panose="02000000000000000000" pitchFamily="2" charset="0"/>
                <a:ea typeface="Roboto" panose="02000000000000000000" pitchFamily="2" charset="0"/>
              </a:rPr>
              <a:t>¿Qué es un valor perdido?</a:t>
            </a:r>
            <a:endParaRPr lang="es-EC" dirty="0"/>
          </a:p>
        </p:txBody>
      </p:sp>
      <p:pic>
        <p:nvPicPr>
          <p:cNvPr id="2050" name="Picture 2" descr="missing value in dataset">
            <a:extLst>
              <a:ext uri="{FF2B5EF4-FFF2-40B4-BE49-F238E27FC236}">
                <a16:creationId xmlns:a16="http://schemas.microsoft.com/office/drawing/2014/main" id="{F3B5FB36-261F-8919-C07A-79BBBA9774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2689" y="3545478"/>
            <a:ext cx="15621671" cy="4602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0031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ED5DD-0297-E47D-6E6F-58BA99420697}"/>
              </a:ext>
            </a:extLst>
          </p:cNvPr>
          <p:cNvSpPr>
            <a:spLocks noGrp="1"/>
          </p:cNvSpPr>
          <p:nvPr>
            <p:ph type="title"/>
          </p:nvPr>
        </p:nvSpPr>
        <p:spPr/>
        <p:txBody>
          <a:bodyPr>
            <a:normAutofit/>
          </a:bodyPr>
          <a:lstStyle/>
          <a:p>
            <a:r>
              <a:rPr lang="es-ES" sz="5400" b="1" dirty="0">
                <a:latin typeface="Roboto" panose="02000000000000000000" pitchFamily="2" charset="0"/>
                <a:ea typeface="Roboto" panose="02000000000000000000" pitchFamily="2" charset="0"/>
              </a:rPr>
              <a:t>¿Por qué faltan datos en el conjunto de datos?</a:t>
            </a:r>
            <a:endParaRPr lang="es-EC" sz="6000" b="1" dirty="0">
              <a:latin typeface="Roboto" panose="02000000000000000000" pitchFamily="2" charset="0"/>
              <a:ea typeface="Roboto" panose="02000000000000000000" pitchFamily="2" charset="0"/>
            </a:endParaRPr>
          </a:p>
        </p:txBody>
      </p:sp>
      <p:sp>
        <p:nvSpPr>
          <p:cNvPr id="3" name="Marcador de contenido 2">
            <a:extLst>
              <a:ext uri="{FF2B5EF4-FFF2-40B4-BE49-F238E27FC236}">
                <a16:creationId xmlns:a16="http://schemas.microsoft.com/office/drawing/2014/main" id="{0D6F82B6-ED5B-901C-E520-FEBDF9AA14D3}"/>
              </a:ext>
            </a:extLst>
          </p:cNvPr>
          <p:cNvSpPr>
            <a:spLocks noGrp="1"/>
          </p:cNvSpPr>
          <p:nvPr>
            <p:ph idx="1"/>
          </p:nvPr>
        </p:nvSpPr>
        <p:spPr>
          <a:xfrm>
            <a:off x="1192688" y="2076817"/>
            <a:ext cx="14962823" cy="7155991"/>
          </a:xfrm>
        </p:spPr>
        <p:txBody>
          <a:bodyPr>
            <a:normAutofit/>
          </a:bodyPr>
          <a:lstStyle/>
          <a:p>
            <a:r>
              <a:rPr lang="es-ES" sz="4300" dirty="0">
                <a:latin typeface="Abadi Extra Light" panose="020B0204020104020204" pitchFamily="34" charset="0"/>
              </a:rPr>
              <a:t>Las razones por las que faltan datos en el conjunto de datos afectan al enfoque de la gestión de los datos que faltan. </a:t>
            </a:r>
          </a:p>
          <a:p>
            <a:r>
              <a:rPr lang="es-ES" sz="4300" dirty="0">
                <a:latin typeface="Abadi Extra Light" panose="020B0204020104020204" pitchFamily="34" charset="0"/>
              </a:rPr>
              <a:t>Por lo tanto, es necesario entender por qué pueden faltar los datos.</a:t>
            </a:r>
          </a:p>
          <a:p>
            <a:r>
              <a:rPr lang="es-ES" sz="4300" dirty="0">
                <a:latin typeface="Abadi Extra Light" panose="020B0204020104020204" pitchFamily="34" charset="0"/>
              </a:rPr>
              <a:t>Algunas de las razones se enumeran a continuación:</a:t>
            </a:r>
          </a:p>
          <a:p>
            <a:pPr lvl="1"/>
            <a:r>
              <a:rPr lang="es-ES" sz="4300" b="1" dirty="0">
                <a:solidFill>
                  <a:schemeClr val="accent4"/>
                </a:solidFill>
                <a:latin typeface="Abadi Extra Light" panose="020B0204020104020204" pitchFamily="34" charset="0"/>
              </a:rPr>
              <a:t>Los datos anteriores pueden estar corruptos </a:t>
            </a:r>
            <a:r>
              <a:rPr lang="es-ES" sz="4300" dirty="0">
                <a:latin typeface="Abadi Extra Light" panose="020B0204020104020204" pitchFamily="34" charset="0"/>
              </a:rPr>
              <a:t>debido a un mantenimiento inadecuado.</a:t>
            </a:r>
          </a:p>
          <a:p>
            <a:pPr lvl="1"/>
            <a:r>
              <a:rPr lang="es-ES" sz="4300" b="1" dirty="0">
                <a:solidFill>
                  <a:srgbClr val="00B050"/>
                </a:solidFill>
                <a:latin typeface="Abadi Extra Light" panose="020B0204020104020204" pitchFamily="34" charset="0"/>
              </a:rPr>
              <a:t>Las observaciones no se registran </a:t>
            </a:r>
            <a:r>
              <a:rPr lang="es-ES" sz="4300" dirty="0">
                <a:latin typeface="Abadi Extra Light" panose="020B0204020104020204" pitchFamily="34" charset="0"/>
              </a:rPr>
              <a:t>para ciertos campos.</a:t>
            </a:r>
          </a:p>
          <a:p>
            <a:pPr lvl="1"/>
            <a:r>
              <a:rPr lang="es-ES" sz="4300" dirty="0">
                <a:latin typeface="Abadi Extra Light" panose="020B0204020104020204" pitchFamily="34" charset="0"/>
              </a:rPr>
              <a:t> Puede haber un fallo en el registro de los valores debido a un </a:t>
            </a:r>
            <a:r>
              <a:rPr lang="es-ES" sz="4300" b="1" dirty="0">
                <a:solidFill>
                  <a:srgbClr val="002060"/>
                </a:solidFill>
                <a:latin typeface="Abadi Extra Light" panose="020B0204020104020204" pitchFamily="34" charset="0"/>
              </a:rPr>
              <a:t>error humano.</a:t>
            </a:r>
          </a:p>
          <a:p>
            <a:pPr lvl="1"/>
            <a:r>
              <a:rPr lang="es-ES" sz="4300" dirty="0">
                <a:latin typeface="Abadi Extra Light" panose="020B0204020104020204" pitchFamily="34" charset="0"/>
              </a:rPr>
              <a:t>El usuario </a:t>
            </a:r>
            <a:r>
              <a:rPr lang="es-ES" sz="4300" b="1" dirty="0">
                <a:solidFill>
                  <a:srgbClr val="FF0000"/>
                </a:solidFill>
                <a:latin typeface="Abadi Extra Light" panose="020B0204020104020204" pitchFamily="34" charset="0"/>
              </a:rPr>
              <a:t>no ha proporcionado los valores intencionadamente.</a:t>
            </a:r>
          </a:p>
        </p:txBody>
      </p:sp>
    </p:spTree>
    <p:extLst>
      <p:ext uri="{BB962C8B-B14F-4D97-AF65-F5344CB8AC3E}">
        <p14:creationId xmlns:p14="http://schemas.microsoft.com/office/powerpoint/2010/main" val="18363994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916ABD-3D3E-4394-54EC-7AD8A2687CBE}"/>
              </a:ext>
            </a:extLst>
          </p:cNvPr>
          <p:cNvSpPr>
            <a:spLocks noGrp="1"/>
          </p:cNvSpPr>
          <p:nvPr>
            <p:ph type="title"/>
          </p:nvPr>
        </p:nvSpPr>
        <p:spPr>
          <a:xfrm>
            <a:off x="1510741" y="3328666"/>
            <a:ext cx="14962823" cy="1884938"/>
          </a:xfrm>
        </p:spPr>
        <p:txBody>
          <a:bodyPr>
            <a:normAutofit/>
          </a:bodyPr>
          <a:lstStyle/>
          <a:p>
            <a:r>
              <a:rPr lang="es-EC" sz="6000" b="0" i="0" u="none" strike="noStrike" dirty="0">
                <a:solidFill>
                  <a:srgbClr val="05192D"/>
                </a:solidFill>
                <a:effectLst/>
                <a:latin typeface="Abadi Extra Light" panose="020B0204020104020204" pitchFamily="34" charset="0"/>
              </a:rPr>
              <a:t>https://colab.research.google.com/drive/1lX5dd5-8vWwvT-W6v5rGL-bmqAnLs4MW?usp=sharing</a:t>
            </a:r>
            <a:endParaRPr lang="es-EC" sz="31000" dirty="0">
              <a:latin typeface="Abadi Extra Light" panose="020B0204020104020204" pitchFamily="34" charset="0"/>
            </a:endParaRPr>
          </a:p>
        </p:txBody>
      </p:sp>
      <p:sp>
        <p:nvSpPr>
          <p:cNvPr id="4" name="CuadroTexto 3">
            <a:extLst>
              <a:ext uri="{FF2B5EF4-FFF2-40B4-BE49-F238E27FC236}">
                <a16:creationId xmlns:a16="http://schemas.microsoft.com/office/drawing/2014/main" id="{3049DB04-E9C9-A98D-682D-0ACBE752AB5E}"/>
              </a:ext>
            </a:extLst>
          </p:cNvPr>
          <p:cNvSpPr txBox="1"/>
          <p:nvPr/>
        </p:nvSpPr>
        <p:spPr>
          <a:xfrm>
            <a:off x="4456044" y="8145419"/>
            <a:ext cx="8001000" cy="646331"/>
          </a:xfrm>
          <a:prstGeom prst="rect">
            <a:avLst/>
          </a:prstGeom>
          <a:noFill/>
        </p:spPr>
        <p:txBody>
          <a:bodyPr wrap="square">
            <a:spAutoFit/>
          </a:bodyPr>
          <a:lstStyle/>
          <a:p>
            <a:r>
              <a:rPr lang="es-EC" sz="3600" dirty="0">
                <a:latin typeface="Abadi Extra Light" panose="020B0204020104020204" pitchFamily="34" charset="0"/>
              </a:rPr>
              <a:t>https://github.com/restevesd/DataCleaning</a:t>
            </a:r>
          </a:p>
        </p:txBody>
      </p:sp>
    </p:spTree>
    <p:extLst>
      <p:ext uri="{BB962C8B-B14F-4D97-AF65-F5344CB8AC3E}">
        <p14:creationId xmlns:p14="http://schemas.microsoft.com/office/powerpoint/2010/main" val="35056527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4;p13">
            <a:extLst>
              <a:ext uri="{FF2B5EF4-FFF2-40B4-BE49-F238E27FC236}">
                <a16:creationId xmlns:a16="http://schemas.microsoft.com/office/drawing/2014/main" id="{A418F3D2-1220-48F5-9DDF-0065B079B9B9}"/>
              </a:ext>
            </a:extLst>
          </p:cNvPr>
          <p:cNvSpPr txBox="1">
            <a:spLocks/>
          </p:cNvSpPr>
          <p:nvPr/>
        </p:nvSpPr>
        <p:spPr>
          <a:xfrm>
            <a:off x="822960" y="3159211"/>
            <a:ext cx="10489474" cy="4319879"/>
          </a:xfrm>
          <a:prstGeom prst="rect">
            <a:avLst/>
          </a:prstGeom>
          <a:noFill/>
          <a:ln>
            <a:noFill/>
          </a:ln>
        </p:spPr>
        <p:txBody>
          <a:bodyPr spcFirstLastPara="1" vert="horz" wrap="square" lIns="130006" tIns="64985" rIns="130006" bIns="64985" rtlCol="0" anchor="b" anchorCtr="0">
            <a:noAutofit/>
          </a:bodyPr>
          <a:lstStyle>
            <a:lvl1pPr algn="l" defTabSz="1300277" rtl="0" eaLnBrk="1" latinLnBrk="0" hangingPunct="1">
              <a:lnSpc>
                <a:spcPct val="90000"/>
              </a:lnSpc>
              <a:spcBef>
                <a:spcPct val="0"/>
              </a:spcBef>
              <a:buNone/>
              <a:defRPr sz="6257" kern="1200">
                <a:solidFill>
                  <a:schemeClr val="tx1"/>
                </a:solidFill>
                <a:latin typeface="+mj-lt"/>
                <a:ea typeface="+mj-ea"/>
                <a:cs typeface="+mj-cs"/>
              </a:defRPr>
            </a:lvl1pPr>
          </a:lstStyle>
          <a:p>
            <a:pPr algn="ctr">
              <a:spcBef>
                <a:spcPts val="0"/>
              </a:spcBef>
              <a:buClr>
                <a:schemeClr val="dk1"/>
              </a:buClr>
              <a:buSzPts val="6000"/>
            </a:pPr>
            <a:r>
              <a:rPr lang="es-ES" sz="18000" b="1" dirty="0" err="1">
                <a:latin typeface="Roboto" panose="02000000000000000000" pitchFamily="2" charset="0"/>
                <a:ea typeface="Roboto" panose="02000000000000000000" pitchFamily="2" charset="0"/>
              </a:rPr>
              <a:t>Vamoa</a:t>
            </a:r>
            <a:endParaRPr lang="es-ES" sz="18000" b="1" dirty="0">
              <a:latin typeface="Roboto" panose="02000000000000000000" pitchFamily="2" charset="0"/>
              <a:ea typeface="Roboto" panose="02000000000000000000" pitchFamily="2" charset="0"/>
            </a:endParaRPr>
          </a:p>
          <a:p>
            <a:pPr algn="ctr">
              <a:spcBef>
                <a:spcPts val="0"/>
              </a:spcBef>
              <a:buClr>
                <a:schemeClr val="dk1"/>
              </a:buClr>
              <a:buSzPts val="6000"/>
            </a:pPr>
            <a:r>
              <a:rPr lang="es-ES" sz="16600" dirty="0">
                <a:latin typeface="Abadi Extra Light" panose="020B0604020202020204" pitchFamily="34" charset="0"/>
                <a:ea typeface="Tahoma" panose="020B0604030504040204" pitchFamily="34" charset="0"/>
                <a:cs typeface="Tahoma" panose="020B0604030504040204" pitchFamily="34" charset="0"/>
              </a:rPr>
              <a:t>Practicar</a:t>
            </a:r>
            <a:endParaRPr lang="es-ES" sz="18000" dirty="0">
              <a:latin typeface="Abadi Extra Light" panose="020B0604020202020204" pitchFamily="34" charset="0"/>
              <a:ea typeface="Tahoma" panose="020B0604030504040204" pitchFamily="34" charset="0"/>
              <a:cs typeface="Tahoma" panose="020B0604030504040204" pitchFamily="34" charset="0"/>
            </a:endParaRPr>
          </a:p>
        </p:txBody>
      </p:sp>
      <p:pic>
        <p:nvPicPr>
          <p:cNvPr id="3" name="Imagen 2">
            <a:extLst>
              <a:ext uri="{FF2B5EF4-FFF2-40B4-BE49-F238E27FC236}">
                <a16:creationId xmlns:a16="http://schemas.microsoft.com/office/drawing/2014/main" id="{69A8323F-572F-4306-8392-D36C9A07FC75}"/>
              </a:ext>
            </a:extLst>
          </p:cNvPr>
          <p:cNvPicPr>
            <a:picLocks noChangeAspect="1"/>
          </p:cNvPicPr>
          <p:nvPr/>
        </p:nvPicPr>
        <p:blipFill>
          <a:blip r:embed="rId2"/>
          <a:stretch>
            <a:fillRect/>
          </a:stretch>
        </p:blipFill>
        <p:spPr>
          <a:xfrm>
            <a:off x="9111422" y="1890151"/>
            <a:ext cx="8077200" cy="6858000"/>
          </a:xfrm>
          <a:prstGeom prst="rect">
            <a:avLst/>
          </a:prstGeom>
        </p:spPr>
      </p:pic>
    </p:spTree>
    <p:extLst>
      <p:ext uri="{BB962C8B-B14F-4D97-AF65-F5344CB8AC3E}">
        <p14:creationId xmlns:p14="http://schemas.microsoft.com/office/powerpoint/2010/main" val="14585165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a:extLst>
              <a:ext uri="{FF2B5EF4-FFF2-40B4-BE49-F238E27FC236}">
                <a16:creationId xmlns:a16="http://schemas.microsoft.com/office/drawing/2014/main" id="{DA35EF7D-BB48-471E-B87D-5F286E27E39D}"/>
              </a:ext>
            </a:extLst>
          </p:cNvPr>
          <p:cNvSpPr txBox="1"/>
          <p:nvPr/>
        </p:nvSpPr>
        <p:spPr>
          <a:xfrm>
            <a:off x="4655028" y="2106847"/>
            <a:ext cx="2925929" cy="398699"/>
          </a:xfrm>
          <a:prstGeom prst="rect">
            <a:avLst/>
          </a:prstGeom>
          <a:noFill/>
        </p:spPr>
        <p:txBody>
          <a:bodyPr wrap="none" rtlCol="0">
            <a:spAutoFit/>
          </a:bodyPr>
          <a:lstStyle/>
          <a:p>
            <a:r>
              <a:rPr lang="es-EC" sz="1991" dirty="0"/>
              <a:t>@</a:t>
            </a:r>
            <a:r>
              <a:rPr lang="es-EC" sz="1991" dirty="0" err="1"/>
              <a:t>roberto.esteves.delgado</a:t>
            </a:r>
            <a:endParaRPr lang="es-EC" sz="1991" dirty="0"/>
          </a:p>
        </p:txBody>
      </p:sp>
      <p:pic>
        <p:nvPicPr>
          <p:cNvPr id="17" name="Gráfico 16">
            <a:extLst>
              <a:ext uri="{FF2B5EF4-FFF2-40B4-BE49-F238E27FC236}">
                <a16:creationId xmlns:a16="http://schemas.microsoft.com/office/drawing/2014/main" id="{47DA2098-AE82-420E-AEB2-903E7A08ED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61410" y="3960300"/>
            <a:ext cx="1493134" cy="1493134"/>
          </a:xfrm>
          <a:prstGeom prst="rect">
            <a:avLst/>
          </a:prstGeom>
        </p:spPr>
      </p:pic>
      <p:pic>
        <p:nvPicPr>
          <p:cNvPr id="18" name="Gráfico 17">
            <a:extLst>
              <a:ext uri="{FF2B5EF4-FFF2-40B4-BE49-F238E27FC236}">
                <a16:creationId xmlns:a16="http://schemas.microsoft.com/office/drawing/2014/main" id="{5897798F-C68C-4856-9314-ED32D26064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72278" y="4025905"/>
            <a:ext cx="1493134" cy="1493134"/>
          </a:xfrm>
          <a:prstGeom prst="rect">
            <a:avLst/>
          </a:prstGeom>
        </p:spPr>
      </p:pic>
      <p:pic>
        <p:nvPicPr>
          <p:cNvPr id="19" name="Gráfico 18">
            <a:extLst>
              <a:ext uri="{FF2B5EF4-FFF2-40B4-BE49-F238E27FC236}">
                <a16:creationId xmlns:a16="http://schemas.microsoft.com/office/drawing/2014/main" id="{9199B5D2-67FD-4A63-BAF6-326E2B3A2A6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66165" y="1771723"/>
            <a:ext cx="1493134" cy="1493134"/>
          </a:xfrm>
          <a:prstGeom prst="rect">
            <a:avLst/>
          </a:prstGeom>
        </p:spPr>
      </p:pic>
      <p:pic>
        <p:nvPicPr>
          <p:cNvPr id="20" name="Gráfico 19">
            <a:extLst>
              <a:ext uri="{FF2B5EF4-FFF2-40B4-BE49-F238E27FC236}">
                <a16:creationId xmlns:a16="http://schemas.microsoft.com/office/drawing/2014/main" id="{9C2C14C7-B54E-4A37-8EDA-37E62FA5802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88336" y="1617198"/>
            <a:ext cx="1493132" cy="1493132"/>
          </a:xfrm>
          <a:prstGeom prst="rect">
            <a:avLst/>
          </a:prstGeom>
        </p:spPr>
      </p:pic>
      <p:sp>
        <p:nvSpPr>
          <p:cNvPr id="21" name="Rectángulo 20">
            <a:extLst>
              <a:ext uri="{FF2B5EF4-FFF2-40B4-BE49-F238E27FC236}">
                <a16:creationId xmlns:a16="http://schemas.microsoft.com/office/drawing/2014/main" id="{80732668-A105-4F63-A973-3FF38B581D10}"/>
              </a:ext>
            </a:extLst>
          </p:cNvPr>
          <p:cNvSpPr/>
          <p:nvPr/>
        </p:nvSpPr>
        <p:spPr>
          <a:xfrm>
            <a:off x="11728068" y="4419271"/>
            <a:ext cx="2170132" cy="398699"/>
          </a:xfrm>
          <a:prstGeom prst="rect">
            <a:avLst/>
          </a:prstGeom>
        </p:spPr>
        <p:txBody>
          <a:bodyPr wrap="square">
            <a:spAutoFit/>
          </a:bodyPr>
          <a:lstStyle/>
          <a:p>
            <a:r>
              <a:rPr lang="es-EC" sz="1991" dirty="0"/>
              <a:t>/in/</a:t>
            </a:r>
            <a:r>
              <a:rPr lang="es-EC" sz="1991" dirty="0" err="1"/>
              <a:t>restevesd</a:t>
            </a:r>
            <a:r>
              <a:rPr lang="es-EC" sz="1991" dirty="0"/>
              <a:t>/</a:t>
            </a:r>
          </a:p>
        </p:txBody>
      </p:sp>
      <p:sp>
        <p:nvSpPr>
          <p:cNvPr id="22" name="Rectángulo 21">
            <a:extLst>
              <a:ext uri="{FF2B5EF4-FFF2-40B4-BE49-F238E27FC236}">
                <a16:creationId xmlns:a16="http://schemas.microsoft.com/office/drawing/2014/main" id="{7FE9D9BF-C977-4BDA-8C1B-B50A57C5C0F9}"/>
              </a:ext>
            </a:extLst>
          </p:cNvPr>
          <p:cNvSpPr/>
          <p:nvPr/>
        </p:nvSpPr>
        <p:spPr>
          <a:xfrm>
            <a:off x="11744125" y="2106847"/>
            <a:ext cx="1140184" cy="398699"/>
          </a:xfrm>
          <a:prstGeom prst="rect">
            <a:avLst/>
          </a:prstGeom>
        </p:spPr>
        <p:txBody>
          <a:bodyPr wrap="none">
            <a:spAutoFit/>
          </a:bodyPr>
          <a:lstStyle/>
          <a:p>
            <a:r>
              <a:rPr lang="es-EC" sz="1991" dirty="0"/>
              <a:t>/</a:t>
            </a:r>
            <a:r>
              <a:rPr lang="es-EC" sz="1991" dirty="0" err="1"/>
              <a:t>resteves</a:t>
            </a:r>
            <a:endParaRPr lang="es-EC" sz="1991" dirty="0"/>
          </a:p>
        </p:txBody>
      </p:sp>
      <p:sp>
        <p:nvSpPr>
          <p:cNvPr id="23" name="Rectángulo 22">
            <a:extLst>
              <a:ext uri="{FF2B5EF4-FFF2-40B4-BE49-F238E27FC236}">
                <a16:creationId xmlns:a16="http://schemas.microsoft.com/office/drawing/2014/main" id="{5288F8DF-39AA-418F-B396-A93FD63B0D75}"/>
              </a:ext>
            </a:extLst>
          </p:cNvPr>
          <p:cNvSpPr/>
          <p:nvPr/>
        </p:nvSpPr>
        <p:spPr>
          <a:xfrm>
            <a:off x="5038936" y="4419271"/>
            <a:ext cx="1403076" cy="398699"/>
          </a:xfrm>
          <a:prstGeom prst="rect">
            <a:avLst/>
          </a:prstGeom>
        </p:spPr>
        <p:txBody>
          <a:bodyPr wrap="none">
            <a:spAutoFit/>
          </a:bodyPr>
          <a:lstStyle/>
          <a:p>
            <a:r>
              <a:rPr lang="es-EC" sz="1991" dirty="0"/>
              <a:t>@</a:t>
            </a:r>
            <a:r>
              <a:rPr lang="es-EC" sz="1991" dirty="0" err="1"/>
              <a:t>restevesd</a:t>
            </a:r>
            <a:endParaRPr lang="es-EC" sz="1991" dirty="0"/>
          </a:p>
        </p:txBody>
      </p:sp>
      <p:sp>
        <p:nvSpPr>
          <p:cNvPr id="2" name="Rectángulo 1">
            <a:extLst>
              <a:ext uri="{FF2B5EF4-FFF2-40B4-BE49-F238E27FC236}">
                <a16:creationId xmlns:a16="http://schemas.microsoft.com/office/drawing/2014/main" id="{6A4CBA19-A869-4E47-B8E4-03C17A32B11C}"/>
              </a:ext>
            </a:extLst>
          </p:cNvPr>
          <p:cNvSpPr/>
          <p:nvPr/>
        </p:nvSpPr>
        <p:spPr>
          <a:xfrm>
            <a:off x="11652714" y="6940468"/>
            <a:ext cx="4015488" cy="398699"/>
          </a:xfrm>
          <a:prstGeom prst="rect">
            <a:avLst/>
          </a:prstGeom>
        </p:spPr>
        <p:txBody>
          <a:bodyPr wrap="square">
            <a:spAutoFit/>
          </a:bodyPr>
          <a:lstStyle/>
          <a:p>
            <a:r>
              <a:rPr lang="es-EC" sz="1991" dirty="0">
                <a:hlinkClick r:id="rId10"/>
              </a:rPr>
              <a:t>https</a:t>
            </a:r>
            <a:r>
              <a:rPr lang="es-EC" sz="1991" dirty="0">
                <a:hlinkClick r:id="rId10">
                  <a:extLst>
                    <a:ext uri="{A12FA001-AC4F-418D-AE19-62706E023703}">
                      <ahyp:hlinkClr xmlns:ahyp="http://schemas.microsoft.com/office/drawing/2018/hyperlinkcolor" val="tx"/>
                    </a:ext>
                  </a:extLst>
                </a:hlinkClick>
              </a:rPr>
              <a:t>://</a:t>
            </a:r>
            <a:r>
              <a:rPr lang="es-EC" sz="1991" dirty="0">
                <a:hlinkClick r:id="rId10"/>
              </a:rPr>
              <a:t>medium.com/@restevesd</a:t>
            </a:r>
            <a:endParaRPr lang="es-EC" sz="1991" dirty="0"/>
          </a:p>
        </p:txBody>
      </p:sp>
      <p:sp>
        <p:nvSpPr>
          <p:cNvPr id="3" name="Rectángulo 2">
            <a:extLst>
              <a:ext uri="{FF2B5EF4-FFF2-40B4-BE49-F238E27FC236}">
                <a16:creationId xmlns:a16="http://schemas.microsoft.com/office/drawing/2014/main" id="{536B22BD-4F4B-43D2-8B1D-1E49424EDA76}"/>
              </a:ext>
            </a:extLst>
          </p:cNvPr>
          <p:cNvSpPr/>
          <p:nvPr/>
        </p:nvSpPr>
        <p:spPr>
          <a:xfrm>
            <a:off x="5038937" y="6787289"/>
            <a:ext cx="4149413" cy="705065"/>
          </a:xfrm>
          <a:prstGeom prst="rect">
            <a:avLst/>
          </a:prstGeom>
        </p:spPr>
        <p:txBody>
          <a:bodyPr wrap="square">
            <a:spAutoFit/>
          </a:bodyPr>
          <a:lstStyle/>
          <a:p>
            <a:r>
              <a:rPr lang="es-EC" sz="1991" dirty="0"/>
              <a:t>https://open.spotify.com/show/0DTEMygX8IVzq5OocKJXo3</a:t>
            </a:r>
          </a:p>
        </p:txBody>
      </p:sp>
      <p:pic>
        <p:nvPicPr>
          <p:cNvPr id="2050" name="Picture 2">
            <a:extLst>
              <a:ext uri="{FF2B5EF4-FFF2-40B4-BE49-F238E27FC236}">
                <a16:creationId xmlns:a16="http://schemas.microsoft.com/office/drawing/2014/main" id="{D3515D9B-EDDB-4D48-9431-A847F070C987}"/>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988335" y="6434613"/>
            <a:ext cx="1493134" cy="14931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log, medium, medium logo icon">
            <a:extLst>
              <a:ext uri="{FF2B5EF4-FFF2-40B4-BE49-F238E27FC236}">
                <a16:creationId xmlns:a16="http://schemas.microsoft.com/office/drawing/2014/main" id="{E2A14A17-98B5-48FE-B617-7A5C3FCD5803}"/>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661408" y="6487157"/>
            <a:ext cx="1493134" cy="1493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2024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3510D7D-9F67-40A2-9C54-15F540FAF5E8}"/>
              </a:ext>
            </a:extLst>
          </p:cNvPr>
          <p:cNvPicPr>
            <a:picLocks noChangeAspect="1"/>
          </p:cNvPicPr>
          <p:nvPr/>
        </p:nvPicPr>
        <p:blipFill>
          <a:blip r:embed="rId2"/>
          <a:stretch>
            <a:fillRect/>
          </a:stretch>
        </p:blipFill>
        <p:spPr>
          <a:xfrm>
            <a:off x="5644" y="-1"/>
            <a:ext cx="17390018" cy="9752013"/>
          </a:xfrm>
          <a:prstGeom prst="rect">
            <a:avLst/>
          </a:prstGeom>
        </p:spPr>
      </p:pic>
    </p:spTree>
    <p:extLst>
      <p:ext uri="{BB962C8B-B14F-4D97-AF65-F5344CB8AC3E}">
        <p14:creationId xmlns:p14="http://schemas.microsoft.com/office/powerpoint/2010/main" val="1281863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E9FCF50-6AA9-4AE4-93CE-ECE8D4D55DCF}"/>
              </a:ext>
            </a:extLst>
          </p:cNvPr>
          <p:cNvPicPr>
            <a:picLocks noChangeAspect="1"/>
          </p:cNvPicPr>
          <p:nvPr/>
        </p:nvPicPr>
        <p:blipFill>
          <a:blip r:embed="rId2"/>
          <a:stretch>
            <a:fillRect/>
          </a:stretch>
        </p:blipFill>
        <p:spPr>
          <a:xfrm>
            <a:off x="7464" y="-1"/>
            <a:ext cx="17333273" cy="9752013"/>
          </a:xfrm>
          <a:prstGeom prst="rect">
            <a:avLst/>
          </a:prstGeom>
        </p:spPr>
      </p:pic>
    </p:spTree>
    <p:extLst>
      <p:ext uri="{BB962C8B-B14F-4D97-AF65-F5344CB8AC3E}">
        <p14:creationId xmlns:p14="http://schemas.microsoft.com/office/powerpoint/2010/main" val="255780614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33053</TotalTime>
  <Words>2552</Words>
  <Application>Microsoft Office PowerPoint</Application>
  <PresentationFormat>Personalizado</PresentationFormat>
  <Paragraphs>242</Paragraphs>
  <Slides>83</Slides>
  <Notes>2</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83</vt:i4>
      </vt:variant>
    </vt:vector>
  </HeadingPairs>
  <TitlesOfParts>
    <vt:vector size="92" baseType="lpstr">
      <vt:lpstr>Lato</vt:lpstr>
      <vt:lpstr>Roboto</vt:lpstr>
      <vt:lpstr>Calibri</vt:lpstr>
      <vt:lpstr>Roboto Black</vt:lpstr>
      <vt:lpstr>Abadi Extra Light</vt:lpstr>
      <vt:lpstr>Calibri Light</vt:lpstr>
      <vt:lpstr>Arial</vt:lpstr>
      <vt:lpstr>Raleway Black</vt:lpstr>
      <vt:lpstr>Tema de Office</vt:lpstr>
      <vt:lpstr>Data Cleaning SEE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Meetup Virtual</vt:lpstr>
      <vt:lpstr>Presentación de PowerPoint</vt:lpstr>
      <vt:lpstr>Intro Pandas</vt:lpstr>
      <vt:lpstr>Presentación de PowerPoint</vt:lpstr>
      <vt:lpstr>Presentación de PowerPoint</vt:lpstr>
      <vt:lpstr>Presentación de PowerPoint</vt:lpstr>
      <vt:lpstr>Presentación de PowerPoint</vt:lpstr>
      <vt:lpstr>Presentación de PowerPoint</vt:lpstr>
      <vt:lpstr>Presentación de PowerPoint</vt:lpstr>
      <vt:lpstr>¿ Porqué hay que limpiar los datos ?</vt:lpstr>
      <vt:lpstr>¿ Porqué hay que limpiar los datos ?</vt:lpstr>
      <vt:lpstr>Presentación de PowerPoint</vt:lpstr>
      <vt:lpstr>Problemas comunes con los datos</vt:lpstr>
      <vt:lpstr>Presentación de PowerPoint</vt:lpstr>
      <vt:lpstr>Tipos de Datos </vt:lpstr>
      <vt:lpstr>Tipos de Datos </vt:lpstr>
      <vt:lpstr>Tipos de datos comunes</vt:lpstr>
      <vt:lpstr>Tipos de datos comunes</vt:lpstr>
      <vt:lpstr>https://www.menti.com/gtcoqn85x2</vt:lpstr>
      <vt:lpstr>https://colab.research.google.com/drive/1lX5dd5-8vWwvT-W6v5rGL-bmqAnLs4MW?usp=sharing</vt:lpstr>
      <vt:lpstr>Presentación de PowerPoint</vt:lpstr>
      <vt:lpstr>Presentación de PowerPoint</vt:lpstr>
      <vt:lpstr>Numérico o Categórico</vt:lpstr>
      <vt:lpstr>Numérico o Categórico</vt:lpstr>
      <vt:lpstr>https://colab.research.google.com/drive/1lX5dd5-8vWwvT-W6v5rGL-bmqAnLs4MW?usp=sharing</vt:lpstr>
      <vt:lpstr>Presentación de PowerPoint</vt:lpstr>
      <vt:lpstr>Presentación de PowerPoint</vt:lpstr>
      <vt:lpstr>https://colab.research.google.com/drive/1lX5dd5-8vWwvT-W6v5rGL-bmqAnLs4MW?usp=sharing</vt:lpstr>
      <vt:lpstr>Presentación de PowerPoint</vt:lpstr>
      <vt:lpstr>Sumar cadenas de texto y concatenar números</vt:lpstr>
      <vt:lpstr>https://colab.research.google.com/drive/1lX5dd5-8vWwvT-W6v5rGL-bmqAnLs4MW?usp=sharing</vt:lpstr>
      <vt:lpstr>Presentación de PowerPoint</vt:lpstr>
      <vt:lpstr>Presentación de PowerPoint</vt:lpstr>
      <vt:lpstr>Restricciones del rango de datos</vt:lpstr>
      <vt:lpstr>Restricciones del rango de datos</vt:lpstr>
      <vt:lpstr>Presentación de PowerPoint</vt:lpstr>
      <vt:lpstr>¿Cómo tratar los datos fuera de rango?</vt:lpstr>
      <vt:lpstr>¿Cómo tratar los datos fuera de rango?</vt:lpstr>
      <vt:lpstr>https://colab.research.google.com/drive/1lX5dd5-8vWwvT-W6v5rGL-bmqAnLs4MW?usp=sharing</vt:lpstr>
      <vt:lpstr>Presentación de PowerPoint</vt:lpstr>
      <vt:lpstr>Volver al futuro</vt:lpstr>
      <vt:lpstr>https://colab.research.google.com/drive/1lX5dd5-8vWwvT-W6v5rGL-bmqAnLs4MW?usp=sharing</vt:lpstr>
      <vt:lpstr>Presentación de PowerPoint</vt:lpstr>
      <vt:lpstr>Presentación de PowerPoint</vt:lpstr>
      <vt:lpstr>Valores Duplicados</vt:lpstr>
      <vt:lpstr>Valores Duplicados</vt:lpstr>
      <vt:lpstr>https://colab.research.google.com/drive/1lX5dd5-8vWwvT-W6v5rGL-bmqAnLs4MW?usp=sharing</vt:lpstr>
      <vt:lpstr>Presentación de PowerPoint</vt:lpstr>
      <vt:lpstr>Presentación de PowerPoint</vt:lpstr>
      <vt:lpstr>Variables Categóricas</vt:lpstr>
      <vt:lpstr>Variables Categóricas</vt:lpstr>
      <vt:lpstr>Presentación de PowerPoint</vt:lpstr>
      <vt:lpstr>Variables Categóricas</vt:lpstr>
      <vt:lpstr>Ejercicio</vt:lpstr>
      <vt:lpstr>https://colab.research.google.com/drive/1lX5dd5-8vWwvT-W6v5rGL-bmqAnLs4MW?usp=sharing</vt:lpstr>
      <vt:lpstr>Presentación de PowerPoint</vt:lpstr>
      <vt:lpstr>Presentación de PowerPoint</vt:lpstr>
      <vt:lpstr>Variables Categóricas</vt:lpstr>
      <vt:lpstr>Variables Categóricas</vt:lpstr>
      <vt:lpstr>Variables Categóricas</vt:lpstr>
      <vt:lpstr>Presentación de PowerPoint</vt:lpstr>
      <vt:lpstr>Variables Categóricas</vt:lpstr>
      <vt:lpstr>Variables Categóricas</vt:lpstr>
      <vt:lpstr>https://colab.research.google.com/drive/1lX5dd5-8vWwvT-W6v5rGL-bmqAnLs4MW?usp=sharing</vt:lpstr>
      <vt:lpstr>Presentación de PowerPoint</vt:lpstr>
      <vt:lpstr>Presentación de PowerPoint</vt:lpstr>
      <vt:lpstr>Valores perdidos | nulos</vt:lpstr>
      <vt:lpstr>¿Qué es un valor perdido?</vt:lpstr>
      <vt:lpstr>¿Qué es un valor perdido?</vt:lpstr>
      <vt:lpstr>¿Por qué faltan datos en el conjunto de datos?</vt:lpstr>
      <vt:lpstr>https://colab.research.google.com/drive/1lX5dd5-8vWwvT-W6v5rGL-bmqAnLs4MW?usp=sharing</vt:lpstr>
      <vt:lpstr>Presentación de PowerPoint</vt:lpstr>
      <vt:lpstr>Presentación de PowerPoint</vt:lpstr>
      <vt:lpstr>Presentación de PowerPoint</vt:lpstr>
      <vt:lpstr>Presentación de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Investigacion y Postgrado FCNM Investigacion y Postgrado FCNM</dc:creator>
  <cp:lastModifiedBy>Roberto Esteves</cp:lastModifiedBy>
  <cp:revision>211</cp:revision>
  <dcterms:created xsi:type="dcterms:W3CDTF">2018-04-05T14:05:06Z</dcterms:created>
  <dcterms:modified xsi:type="dcterms:W3CDTF">2023-04-08T02:32:16Z</dcterms:modified>
</cp:coreProperties>
</file>